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0" r:id="rId7"/>
    <p:sldId id="261" r:id="rId8"/>
    <p:sldId id="262" r:id="rId9"/>
    <p:sldId id="263" r:id="rId10"/>
    <p:sldId id="265" r:id="rId11"/>
    <p:sldId id="264" r:id="rId12"/>
    <p:sldId id="268" r:id="rId13"/>
  </p:sldIdLst>
  <p:sldSz cx="18288000" cy="10287000"/>
  <p:notesSz cx="6858000" cy="9144000"/>
  <p:embeddedFontLst>
    <p:embeddedFont>
      <p:font typeface="Calibri" panose="020F0502020204030204"/>
      <p:regular r:id="rId17"/>
      <p:bold r:id="rId18"/>
      <p:italic r:id="rId19"/>
      <p:boldItalic r:id="rId20"/>
    </p:embeddedFont>
    <p:embeddedFont>
      <p:font typeface="DM Sans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47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47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" name="Google Shape;111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8" name="Google Shape;138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3" name="Google Shape;193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8" name="Google Shape;218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5" name="Google Shape;245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2" name="Google Shape;282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7" name="Google Shape;357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5" name="Google Shape;315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2" name="Google Shape;412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14045454" y="-602754"/>
            <a:ext cx="10287000" cy="10889754"/>
            <a:chOff x="0" y="-803672"/>
            <a:chExt cx="13716000" cy="14519672"/>
          </a:xfrm>
        </p:grpSpPr>
        <p:grpSp>
          <p:nvGrpSpPr>
            <p:cNvPr id="85" name="Google Shape;85;p13"/>
            <p:cNvGrpSpPr/>
            <p:nvPr/>
          </p:nvGrpSpPr>
          <p:grpSpPr>
            <a:xfrm>
              <a:off x="0" y="-803672"/>
              <a:ext cx="13716000" cy="14519672"/>
              <a:chOff x="0" y="-47625"/>
              <a:chExt cx="812800" cy="860425"/>
            </a:xfrm>
          </p:grpSpPr>
          <p:sp>
            <p:nvSpPr>
              <p:cNvPr id="86" name="Google Shape;86;p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20000"/>
                    </a:srgbClr>
                  </a:gs>
                  <a:gs pos="100000">
                    <a:srgbClr val="E0058B">
                      <a:alpha val="2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87" name="Google Shape;87;p13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88" name="Google Shape;88;p13"/>
            <p:cNvGrpSpPr/>
            <p:nvPr/>
          </p:nvGrpSpPr>
          <p:grpSpPr>
            <a:xfrm>
              <a:off x="890649" y="191350"/>
              <a:ext cx="11934701" cy="12634000"/>
              <a:chOff x="0" y="-47625"/>
              <a:chExt cx="812800" cy="860425"/>
            </a:xfrm>
          </p:grpSpPr>
          <p:sp>
            <p:nvSpPr>
              <p:cNvPr id="89" name="Google Shape;89;p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40000"/>
                    </a:srgbClr>
                  </a:gs>
                  <a:gs pos="100000">
                    <a:srgbClr val="E0058B">
                      <a:alpha val="4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90" name="Google Shape;90;p13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91" name="Google Shape;91;p13"/>
            <p:cNvGrpSpPr/>
            <p:nvPr/>
          </p:nvGrpSpPr>
          <p:grpSpPr>
            <a:xfrm>
              <a:off x="1781299" y="1186373"/>
              <a:ext cx="10153403" cy="10748329"/>
              <a:chOff x="0" y="-47625"/>
              <a:chExt cx="812800" cy="860425"/>
            </a:xfrm>
          </p:grpSpPr>
          <p:sp>
            <p:nvSpPr>
              <p:cNvPr id="92" name="Google Shape;92;p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60000"/>
                    </a:srgbClr>
                  </a:gs>
                  <a:gs pos="100000">
                    <a:srgbClr val="E0058B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93" name="Google Shape;93;p13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94" name="Google Shape;94;p13"/>
            <p:cNvGrpSpPr/>
            <p:nvPr/>
          </p:nvGrpSpPr>
          <p:grpSpPr>
            <a:xfrm>
              <a:off x="2671948" y="2100697"/>
              <a:ext cx="8372104" cy="8919679"/>
              <a:chOff x="0" y="-47625"/>
              <a:chExt cx="670204" cy="714038"/>
            </a:xfrm>
          </p:grpSpPr>
          <p:sp>
            <p:nvSpPr>
              <p:cNvPr id="95" name="Google Shape;95;p13"/>
              <p:cNvSpPr/>
              <p:nvPr/>
            </p:nvSpPr>
            <p:spPr>
              <a:xfrm>
                <a:off x="0" y="0"/>
                <a:ext cx="670204" cy="666413"/>
              </a:xfrm>
              <a:custGeom>
                <a:avLst/>
                <a:gdLst/>
                <a:ahLst/>
                <a:cxnLst/>
                <a:rect l="l" t="t" r="r" b="b"/>
                <a:pathLst>
                  <a:path w="670204" h="666413" extrusionOk="0">
                    <a:moveTo>
                      <a:pt x="0" y="0"/>
                    </a:moveTo>
                    <a:lnTo>
                      <a:pt x="670204" y="0"/>
                    </a:lnTo>
                    <a:lnTo>
                      <a:pt x="670204" y="666413"/>
                    </a:lnTo>
                    <a:lnTo>
                      <a:pt x="0" y="666413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80000"/>
                    </a:srgbClr>
                  </a:gs>
                  <a:gs pos="100000">
                    <a:srgbClr val="E0058B">
                      <a:alpha val="8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96" name="Google Shape;96;p13"/>
              <p:cNvSpPr txBox="1"/>
              <p:nvPr/>
            </p:nvSpPr>
            <p:spPr>
              <a:xfrm>
                <a:off x="0" y="-47625"/>
                <a:ext cx="670204" cy="714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97" name="Google Shape;97;p13"/>
            <p:cNvGrpSpPr/>
            <p:nvPr/>
          </p:nvGrpSpPr>
          <p:grpSpPr>
            <a:xfrm>
              <a:off x="3562597" y="2991348"/>
              <a:ext cx="6590805" cy="7138380"/>
              <a:chOff x="0" y="-47625"/>
              <a:chExt cx="527607" cy="571442"/>
            </a:xfrm>
          </p:grpSpPr>
          <p:sp>
            <p:nvSpPr>
              <p:cNvPr id="98" name="Google Shape;98;p13"/>
              <p:cNvSpPr/>
              <p:nvPr/>
            </p:nvSpPr>
            <p:spPr>
              <a:xfrm>
                <a:off x="0" y="0"/>
                <a:ext cx="527607" cy="523817"/>
              </a:xfrm>
              <a:custGeom>
                <a:avLst/>
                <a:gdLst/>
                <a:ahLst/>
                <a:cxnLst/>
                <a:rect l="l" t="t" r="r" b="b"/>
                <a:pathLst>
                  <a:path w="527607" h="523817" extrusionOk="0">
                    <a:moveTo>
                      <a:pt x="0" y="0"/>
                    </a:moveTo>
                    <a:lnTo>
                      <a:pt x="527607" y="0"/>
                    </a:lnTo>
                    <a:lnTo>
                      <a:pt x="527607" y="523817"/>
                    </a:lnTo>
                    <a:lnTo>
                      <a:pt x="0" y="523817"/>
                    </a:lnTo>
                    <a:close/>
                  </a:path>
                </a:pathLst>
              </a:custGeom>
              <a:gradFill>
                <a:gsLst>
                  <a:gs pos="0">
                    <a:srgbClr val="FB861A"/>
                  </a:gs>
                  <a:gs pos="100000">
                    <a:srgbClr val="E0058B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99" name="Google Shape;99;p13"/>
              <p:cNvSpPr txBox="1"/>
              <p:nvPr/>
            </p:nvSpPr>
            <p:spPr>
              <a:xfrm>
                <a:off x="0" y="-47625"/>
                <a:ext cx="527607" cy="5714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sp>
        <p:nvSpPr>
          <p:cNvPr id="100" name="Google Shape;100;p13"/>
          <p:cNvSpPr txBox="1"/>
          <p:nvPr/>
        </p:nvSpPr>
        <p:spPr>
          <a:xfrm>
            <a:off x="6150610" y="6525895"/>
            <a:ext cx="5986780" cy="243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Студент: </a:t>
            </a:r>
            <a:r>
              <a:rPr lang="ru-RU" altLang="en-US" sz="24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Мурин Денис Валерьевич</a:t>
            </a:r>
            <a:r>
              <a:rPr lang="en-US" altLang="en-US" sz="24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группа 23П-1</a:t>
            </a:r>
            <a:endParaRPr lang="en-US" altLang="ru-RU" sz="24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Руководители: </a:t>
            </a:r>
            <a:endParaRPr lang="en-US" altLang="en-US" sz="24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Махнев А.А. (от колледжа), </a:t>
            </a:r>
            <a:endParaRPr lang="en-US" altLang="en-US" sz="24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Зязев А.Н. (от организации)</a:t>
            </a:r>
            <a:endParaRPr lang="en-US" altLang="en-US" sz="24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01" name="Google Shape;101;p13"/>
          <p:cNvCxnSpPr/>
          <p:nvPr/>
        </p:nvCxnSpPr>
        <p:spPr>
          <a:xfrm>
            <a:off x="6150578" y="9206865"/>
            <a:ext cx="5986748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" name="Google Shape;102;p13"/>
          <p:cNvCxnSpPr/>
          <p:nvPr/>
        </p:nvCxnSpPr>
        <p:spPr>
          <a:xfrm>
            <a:off x="6822014" y="1336073"/>
            <a:ext cx="6180546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6" name="Google Shape;106;p13"/>
          <p:cNvSpPr txBox="1"/>
          <p:nvPr/>
        </p:nvSpPr>
        <p:spPr>
          <a:xfrm>
            <a:off x="1028700" y="4368737"/>
            <a:ext cx="11973600" cy="1623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44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Тема: «Разработка базы данных для анализа системы электронной обработки обращений граждан в администрации»</a:t>
            </a:r>
            <a:endParaRPr lang="en-US" altLang="en-US" sz="44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" name="Google Shape;100;p13"/>
          <p:cNvSpPr txBox="1"/>
          <p:nvPr/>
        </p:nvSpPr>
        <p:spPr>
          <a:xfrm>
            <a:off x="0" y="9455785"/>
            <a:ext cx="18288000" cy="602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US" sz="24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2026</a:t>
            </a:r>
            <a:endParaRPr lang="ru-RU" altLang="en-US" sz="24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" name="Google Shape;106;p13"/>
          <p:cNvSpPr txBox="1"/>
          <p:nvPr/>
        </p:nvSpPr>
        <p:spPr>
          <a:xfrm>
            <a:off x="1028065" y="692087"/>
            <a:ext cx="11973600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6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КОГПОБУ Слободской колледж педагогики и социальных отношений</a:t>
            </a:r>
            <a:endParaRPr lang="en-US" altLang="en-US" sz="36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/>
          <p:nvPr/>
        </p:nvSpPr>
        <p:spPr>
          <a:xfrm>
            <a:off x="1028700" y="1171575"/>
            <a:ext cx="7722912" cy="184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6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Актуальность и проблемы</a:t>
            </a:r>
            <a:endParaRPr lang="en-US" altLang="en-US" sz="60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1028700" y="3292619"/>
            <a:ext cx="8032830" cy="1292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47700" marR="0" lvl="1" indent="-3238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 panose="020B0604020202020204"/>
              <a:buChar char="•"/>
            </a:pPr>
            <a:r>
              <a:rPr lang="en-US" altLang="en-US" sz="30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Бумажный учёт, разрозненные </a:t>
            </a:r>
            <a:r>
              <a:rPr lang="en-US" altLang="ru-RU" sz="30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Excel-</a:t>
            </a:r>
            <a:r>
              <a:rPr lang="en-US" altLang="en-US" sz="30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файлы</a:t>
            </a:r>
            <a:endParaRPr lang="en-US" altLang="en-US" sz="30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1028700" y="4796243"/>
            <a:ext cx="8032830" cy="645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47700" marR="0" lvl="1" indent="-3238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 panose="020B0604020202020204"/>
              <a:buChar char="•"/>
            </a:pPr>
            <a:r>
              <a:rPr lang="en-US" altLang="en-US" sz="30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Потеря контроля над сроками</a:t>
            </a:r>
            <a:endParaRPr lang="en-US" altLang="en-US" sz="30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1028700" y="5817268"/>
            <a:ext cx="8032830" cy="1292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47700" marR="0" lvl="1" indent="-3238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 panose="020B0604020202020204"/>
              <a:buChar char="•"/>
            </a:pPr>
            <a:r>
              <a:rPr lang="en-US" altLang="en-US" sz="30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Нет единой базы, сложно отслеживать исполнителей</a:t>
            </a:r>
            <a:endParaRPr lang="en-US" altLang="en-US" sz="30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20" name="Google Shape;120;p14"/>
          <p:cNvCxnSpPr/>
          <p:nvPr/>
        </p:nvCxnSpPr>
        <p:spPr>
          <a:xfrm>
            <a:off x="1028700" y="9035415"/>
            <a:ext cx="7722912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1" name="Google Shape;121;p14"/>
          <p:cNvGrpSpPr/>
          <p:nvPr/>
        </p:nvGrpSpPr>
        <p:grpSpPr>
          <a:xfrm>
            <a:off x="10280098" y="1326749"/>
            <a:ext cx="6979202" cy="7306352"/>
            <a:chOff x="0" y="-38100"/>
            <a:chExt cx="812800" cy="850900"/>
          </a:xfrm>
        </p:grpSpPr>
        <p:sp>
          <p:nvSpPr>
            <p:cNvPr id="122" name="Google Shape;122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>
              <a:gsLst>
                <a:gs pos="0">
                  <a:srgbClr val="FB861A">
                    <a:alpha val="20000"/>
                  </a:srgbClr>
                </a:gs>
                <a:gs pos="100000">
                  <a:srgbClr val="E0058B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23" name="Google Shape;123;p1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375" tIns="38375" rIns="38375" bIns="38375" anchor="ctr" anchorCtr="0">
              <a:noAutofit/>
            </a:bodyPr>
            <a:lstStyle/>
            <a:p>
              <a:pPr marL="0" marR="0" lvl="0" indent="0" algn="ctr" rtl="0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24" name="Google Shape;124;p14"/>
          <p:cNvGrpSpPr/>
          <p:nvPr/>
        </p:nvGrpSpPr>
        <p:grpSpPr>
          <a:xfrm>
            <a:off x="10733293" y="1822431"/>
            <a:ext cx="6072812" cy="6357475"/>
            <a:chOff x="0" y="-38100"/>
            <a:chExt cx="812800" cy="850900"/>
          </a:xfrm>
        </p:grpSpPr>
        <p:sp>
          <p:nvSpPr>
            <p:cNvPr id="125" name="Google Shape;125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>
              <a:gsLst>
                <a:gs pos="0">
                  <a:srgbClr val="FB861A">
                    <a:alpha val="40000"/>
                  </a:srgbClr>
                </a:gs>
                <a:gs pos="100000">
                  <a:srgbClr val="E0058B">
                    <a:alpha val="4000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26" name="Google Shape;126;p1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375" tIns="38375" rIns="38375" bIns="38375" anchor="ctr" anchorCtr="0">
              <a:noAutofit/>
            </a:bodyPr>
            <a:lstStyle/>
            <a:p>
              <a:pPr marL="0" marR="0" lvl="0" indent="0" algn="ctr" rtl="0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27" name="Google Shape;127;p14"/>
          <p:cNvGrpSpPr/>
          <p:nvPr/>
        </p:nvGrpSpPr>
        <p:grpSpPr>
          <a:xfrm>
            <a:off x="11186488" y="2318113"/>
            <a:ext cx="5166422" cy="5408598"/>
            <a:chOff x="0" y="-38100"/>
            <a:chExt cx="812800" cy="850900"/>
          </a:xfrm>
        </p:grpSpPr>
        <p:sp>
          <p:nvSpPr>
            <p:cNvPr id="128" name="Google Shape;128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>
              <a:gsLst>
                <a:gs pos="0">
                  <a:srgbClr val="FB861A">
                    <a:alpha val="60000"/>
                  </a:srgbClr>
                </a:gs>
                <a:gs pos="100000">
                  <a:srgbClr val="E0058B">
                    <a:alpha val="6000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29" name="Google Shape;129;p1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375" tIns="38375" rIns="38375" bIns="38375" anchor="ctr" anchorCtr="0">
              <a:noAutofit/>
            </a:bodyPr>
            <a:lstStyle/>
            <a:p>
              <a:pPr marL="0" marR="0" lvl="0" indent="0" algn="ctr" rtl="0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30" name="Google Shape;130;p14"/>
          <p:cNvGrpSpPr/>
          <p:nvPr/>
        </p:nvGrpSpPr>
        <p:grpSpPr>
          <a:xfrm>
            <a:off x="11639683" y="2783355"/>
            <a:ext cx="4260032" cy="4478115"/>
            <a:chOff x="0" y="-38100"/>
            <a:chExt cx="670204" cy="704513"/>
          </a:xfrm>
        </p:grpSpPr>
        <p:sp>
          <p:nvSpPr>
            <p:cNvPr id="131" name="Google Shape;131;p14"/>
            <p:cNvSpPr/>
            <p:nvPr/>
          </p:nvSpPr>
          <p:spPr>
            <a:xfrm>
              <a:off x="0" y="0"/>
              <a:ext cx="670204" cy="666413"/>
            </a:xfrm>
            <a:custGeom>
              <a:avLst/>
              <a:gdLst/>
              <a:ahLst/>
              <a:cxnLst/>
              <a:rect l="l" t="t" r="r" b="b"/>
              <a:pathLst>
                <a:path w="670204" h="666413" extrusionOk="0">
                  <a:moveTo>
                    <a:pt x="0" y="0"/>
                  </a:moveTo>
                  <a:lnTo>
                    <a:pt x="670204" y="0"/>
                  </a:lnTo>
                  <a:lnTo>
                    <a:pt x="670204" y="666413"/>
                  </a:lnTo>
                  <a:lnTo>
                    <a:pt x="0" y="666413"/>
                  </a:lnTo>
                  <a:close/>
                </a:path>
              </a:pathLst>
            </a:custGeom>
            <a:gradFill>
              <a:gsLst>
                <a:gs pos="0">
                  <a:srgbClr val="FB861A">
                    <a:alpha val="80000"/>
                  </a:srgbClr>
                </a:gs>
                <a:gs pos="100000">
                  <a:srgbClr val="E0058B">
                    <a:alpha val="8000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32" name="Google Shape;132;p14"/>
            <p:cNvSpPr txBox="1"/>
            <p:nvPr/>
          </p:nvSpPr>
          <p:spPr>
            <a:xfrm>
              <a:off x="0" y="-38100"/>
              <a:ext cx="670204" cy="7045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375" tIns="38375" rIns="38375" bIns="38375" anchor="ctr" anchorCtr="0">
              <a:noAutofit/>
            </a:bodyPr>
            <a:lstStyle/>
            <a:p>
              <a:pPr marL="0" marR="0" lvl="0" indent="0" algn="ctr" rtl="0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33" name="Google Shape;133;p14"/>
          <p:cNvGrpSpPr/>
          <p:nvPr/>
        </p:nvGrpSpPr>
        <p:grpSpPr>
          <a:xfrm>
            <a:off x="12092878" y="3236550"/>
            <a:ext cx="3353643" cy="3571725"/>
            <a:chOff x="0" y="-38100"/>
            <a:chExt cx="527607" cy="561917"/>
          </a:xfrm>
        </p:grpSpPr>
        <p:sp>
          <p:nvSpPr>
            <p:cNvPr id="134" name="Google Shape;134;p14"/>
            <p:cNvSpPr/>
            <p:nvPr/>
          </p:nvSpPr>
          <p:spPr>
            <a:xfrm>
              <a:off x="0" y="0"/>
              <a:ext cx="527607" cy="523817"/>
            </a:xfrm>
            <a:custGeom>
              <a:avLst/>
              <a:gdLst/>
              <a:ahLst/>
              <a:cxnLst/>
              <a:rect l="l" t="t" r="r" b="b"/>
              <a:pathLst>
                <a:path w="527607" h="523817" extrusionOk="0">
                  <a:moveTo>
                    <a:pt x="0" y="0"/>
                  </a:moveTo>
                  <a:lnTo>
                    <a:pt x="527607" y="0"/>
                  </a:lnTo>
                  <a:lnTo>
                    <a:pt x="527607" y="523817"/>
                  </a:lnTo>
                  <a:lnTo>
                    <a:pt x="0" y="523817"/>
                  </a:lnTo>
                  <a:close/>
                </a:path>
              </a:pathLst>
            </a:custGeom>
            <a:gradFill>
              <a:gsLst>
                <a:gs pos="0">
                  <a:srgbClr val="FB861A"/>
                </a:gs>
                <a:gs pos="100000">
                  <a:srgbClr val="E0058B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35" name="Google Shape;135;p14"/>
            <p:cNvSpPr txBox="1"/>
            <p:nvPr/>
          </p:nvSpPr>
          <p:spPr>
            <a:xfrm>
              <a:off x="0" y="-38100"/>
              <a:ext cx="527607" cy="5619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375" tIns="38375" rIns="38375" bIns="38375" anchor="ctr" anchorCtr="0">
              <a:noAutofit/>
            </a:bodyPr>
            <a:lstStyle/>
            <a:p>
              <a:pPr marL="0" marR="0" lvl="0" indent="0" algn="ctr" rtl="0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0" name="Google Shape;140;p15"/>
          <p:cNvCxnSpPr/>
          <p:nvPr/>
        </p:nvCxnSpPr>
        <p:spPr>
          <a:xfrm>
            <a:off x="1028700" y="9035415"/>
            <a:ext cx="16230600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1" name="Google Shape;141;p15"/>
          <p:cNvSpPr/>
          <p:nvPr/>
        </p:nvSpPr>
        <p:spPr>
          <a:xfrm>
            <a:off x="10419480" y="1510469"/>
            <a:ext cx="6839820" cy="6839820"/>
          </a:xfrm>
          <a:custGeom>
            <a:avLst/>
            <a:gdLst/>
            <a:ahLst/>
            <a:cxnLst/>
            <a:rect l="l" t="t" r="r" b="b"/>
            <a:pathLst>
              <a:path w="6839820" h="6839820" extrusionOk="0">
                <a:moveTo>
                  <a:pt x="0" y="0"/>
                </a:moveTo>
                <a:lnTo>
                  <a:pt x="6839820" y="0"/>
                </a:lnTo>
                <a:lnTo>
                  <a:pt x="6839820" y="6839820"/>
                </a:lnTo>
                <a:lnTo>
                  <a:pt x="0" y="6839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grpSp>
        <p:nvGrpSpPr>
          <p:cNvPr id="142" name="Google Shape;142;p15"/>
          <p:cNvGrpSpPr/>
          <p:nvPr/>
        </p:nvGrpSpPr>
        <p:grpSpPr>
          <a:xfrm rot="5400000">
            <a:off x="8003117" y="-930073"/>
            <a:ext cx="3995466" cy="25040868"/>
            <a:chOff x="0" y="-594926"/>
            <a:chExt cx="5327289" cy="33387823"/>
          </a:xfrm>
        </p:grpSpPr>
        <p:grpSp>
          <p:nvGrpSpPr>
            <p:cNvPr id="143" name="Google Shape;143;p15"/>
            <p:cNvGrpSpPr/>
            <p:nvPr/>
          </p:nvGrpSpPr>
          <p:grpSpPr>
            <a:xfrm>
              <a:off x="0" y="303984"/>
              <a:ext cx="5327289" cy="31381257"/>
              <a:chOff x="0" y="-47625"/>
              <a:chExt cx="315691" cy="1859630"/>
            </a:xfrm>
          </p:grpSpPr>
          <p:sp>
            <p:nvSpPr>
              <p:cNvPr id="144" name="Google Shape;144;p15"/>
              <p:cNvSpPr/>
              <p:nvPr/>
            </p:nvSpPr>
            <p:spPr>
              <a:xfrm>
                <a:off x="0" y="0"/>
                <a:ext cx="315691" cy="1812005"/>
              </a:xfrm>
              <a:custGeom>
                <a:avLst/>
                <a:gdLst/>
                <a:ahLst/>
                <a:cxnLst/>
                <a:rect l="l" t="t" r="r" b="b"/>
                <a:pathLst>
                  <a:path w="315691" h="1812005" extrusionOk="0">
                    <a:moveTo>
                      <a:pt x="0" y="0"/>
                    </a:moveTo>
                    <a:lnTo>
                      <a:pt x="315691" y="0"/>
                    </a:lnTo>
                    <a:lnTo>
                      <a:pt x="315691" y="1812005"/>
                    </a:lnTo>
                    <a:lnTo>
                      <a:pt x="0" y="1812005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20000"/>
                    </a:srgbClr>
                  </a:gs>
                  <a:gs pos="100000">
                    <a:srgbClr val="E0058B">
                      <a:alpha val="2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45" name="Google Shape;145;p15"/>
              <p:cNvSpPr txBox="1"/>
              <p:nvPr/>
            </p:nvSpPr>
            <p:spPr>
              <a:xfrm>
                <a:off x="0" y="-47625"/>
                <a:ext cx="315691" cy="18596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46" name="Google Shape;146;p15"/>
            <p:cNvGrpSpPr/>
            <p:nvPr/>
          </p:nvGrpSpPr>
          <p:grpSpPr>
            <a:xfrm>
              <a:off x="345928" y="2393915"/>
              <a:ext cx="4635433" cy="27305769"/>
              <a:chOff x="0" y="-47625"/>
              <a:chExt cx="315691" cy="1859630"/>
            </a:xfrm>
          </p:grpSpPr>
          <p:sp>
            <p:nvSpPr>
              <p:cNvPr id="147" name="Google Shape;147;p15"/>
              <p:cNvSpPr/>
              <p:nvPr/>
            </p:nvSpPr>
            <p:spPr>
              <a:xfrm>
                <a:off x="0" y="0"/>
                <a:ext cx="315691" cy="1812005"/>
              </a:xfrm>
              <a:custGeom>
                <a:avLst/>
                <a:gdLst/>
                <a:ahLst/>
                <a:cxnLst/>
                <a:rect l="l" t="t" r="r" b="b"/>
                <a:pathLst>
                  <a:path w="315691" h="1812005" extrusionOk="0">
                    <a:moveTo>
                      <a:pt x="0" y="0"/>
                    </a:moveTo>
                    <a:lnTo>
                      <a:pt x="315691" y="0"/>
                    </a:lnTo>
                    <a:lnTo>
                      <a:pt x="315691" y="1812005"/>
                    </a:lnTo>
                    <a:lnTo>
                      <a:pt x="0" y="1812005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40000"/>
                    </a:srgbClr>
                  </a:gs>
                  <a:gs pos="100000">
                    <a:srgbClr val="E0058B">
                      <a:alpha val="4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48" name="Google Shape;148;p15"/>
              <p:cNvSpPr txBox="1"/>
              <p:nvPr/>
            </p:nvSpPr>
            <p:spPr>
              <a:xfrm>
                <a:off x="0" y="-47625"/>
                <a:ext cx="315691" cy="18596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49" name="Google Shape;149;p15"/>
            <p:cNvGrpSpPr/>
            <p:nvPr/>
          </p:nvGrpSpPr>
          <p:grpSpPr>
            <a:xfrm>
              <a:off x="691856" y="1689538"/>
              <a:ext cx="3943577" cy="28818895"/>
              <a:chOff x="0" y="-47625"/>
              <a:chExt cx="315691" cy="2307010"/>
            </a:xfrm>
          </p:grpSpPr>
          <p:sp>
            <p:nvSpPr>
              <p:cNvPr id="150" name="Google Shape;150;p15"/>
              <p:cNvSpPr/>
              <p:nvPr/>
            </p:nvSpPr>
            <p:spPr>
              <a:xfrm>
                <a:off x="0" y="0"/>
                <a:ext cx="315691" cy="2259385"/>
              </a:xfrm>
              <a:custGeom>
                <a:avLst/>
                <a:gdLst/>
                <a:ahLst/>
                <a:cxnLst/>
                <a:rect l="l" t="t" r="r" b="b"/>
                <a:pathLst>
                  <a:path w="315691" h="2259385" extrusionOk="0">
                    <a:moveTo>
                      <a:pt x="0" y="0"/>
                    </a:moveTo>
                    <a:lnTo>
                      <a:pt x="315691" y="0"/>
                    </a:lnTo>
                    <a:lnTo>
                      <a:pt x="315691" y="2259385"/>
                    </a:lnTo>
                    <a:lnTo>
                      <a:pt x="0" y="2259385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60000"/>
                    </a:srgbClr>
                  </a:gs>
                  <a:gs pos="100000">
                    <a:srgbClr val="E0058B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51" name="Google Shape;151;p15"/>
              <p:cNvSpPr txBox="1"/>
              <p:nvPr/>
            </p:nvSpPr>
            <p:spPr>
              <a:xfrm>
                <a:off x="0" y="-47625"/>
                <a:ext cx="315691" cy="23070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52" name="Google Shape;152;p15"/>
            <p:cNvGrpSpPr/>
            <p:nvPr/>
          </p:nvGrpSpPr>
          <p:grpSpPr>
            <a:xfrm>
              <a:off x="1037783" y="1689538"/>
              <a:ext cx="3251722" cy="28818895"/>
              <a:chOff x="0" y="-47625"/>
              <a:chExt cx="260307" cy="2307010"/>
            </a:xfrm>
          </p:grpSpPr>
          <p:sp>
            <p:nvSpPr>
              <p:cNvPr id="153" name="Google Shape;153;p15"/>
              <p:cNvSpPr/>
              <p:nvPr/>
            </p:nvSpPr>
            <p:spPr>
              <a:xfrm>
                <a:off x="0" y="0"/>
                <a:ext cx="260307" cy="2259385"/>
              </a:xfrm>
              <a:custGeom>
                <a:avLst/>
                <a:gdLst/>
                <a:ahLst/>
                <a:cxnLst/>
                <a:rect l="l" t="t" r="r" b="b"/>
                <a:pathLst>
                  <a:path w="260307" h="2259385" extrusionOk="0">
                    <a:moveTo>
                      <a:pt x="0" y="0"/>
                    </a:moveTo>
                    <a:lnTo>
                      <a:pt x="260307" y="0"/>
                    </a:lnTo>
                    <a:lnTo>
                      <a:pt x="260307" y="2259385"/>
                    </a:lnTo>
                    <a:lnTo>
                      <a:pt x="0" y="2259385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80000"/>
                    </a:srgbClr>
                  </a:gs>
                  <a:gs pos="100000">
                    <a:srgbClr val="E0058B">
                      <a:alpha val="8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54" name="Google Shape;154;p15"/>
              <p:cNvSpPr txBox="1"/>
              <p:nvPr/>
            </p:nvSpPr>
            <p:spPr>
              <a:xfrm>
                <a:off x="0" y="-47625"/>
                <a:ext cx="260307" cy="23070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55" name="Google Shape;155;p15"/>
            <p:cNvGrpSpPr/>
            <p:nvPr/>
          </p:nvGrpSpPr>
          <p:grpSpPr>
            <a:xfrm>
              <a:off x="1383711" y="-594926"/>
              <a:ext cx="2559866" cy="33387823"/>
              <a:chOff x="0" y="-47625"/>
              <a:chExt cx="204922" cy="2672761"/>
            </a:xfrm>
          </p:grpSpPr>
          <p:sp>
            <p:nvSpPr>
              <p:cNvPr id="156" name="Google Shape;156;p15"/>
              <p:cNvSpPr/>
              <p:nvPr/>
            </p:nvSpPr>
            <p:spPr>
              <a:xfrm>
                <a:off x="0" y="0"/>
                <a:ext cx="204922" cy="2625136"/>
              </a:xfrm>
              <a:custGeom>
                <a:avLst/>
                <a:gdLst/>
                <a:ahLst/>
                <a:cxnLst/>
                <a:rect l="l" t="t" r="r" b="b"/>
                <a:pathLst>
                  <a:path w="204922" h="2625136" extrusionOk="0">
                    <a:moveTo>
                      <a:pt x="0" y="0"/>
                    </a:moveTo>
                    <a:lnTo>
                      <a:pt x="204922" y="0"/>
                    </a:lnTo>
                    <a:lnTo>
                      <a:pt x="204922" y="2625136"/>
                    </a:lnTo>
                    <a:lnTo>
                      <a:pt x="0" y="2625136"/>
                    </a:lnTo>
                    <a:close/>
                  </a:path>
                </a:pathLst>
              </a:custGeom>
              <a:gradFill>
                <a:gsLst>
                  <a:gs pos="0">
                    <a:srgbClr val="FB861A"/>
                  </a:gs>
                  <a:gs pos="100000">
                    <a:srgbClr val="E0058B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57" name="Google Shape;157;p15"/>
              <p:cNvSpPr txBox="1"/>
              <p:nvPr/>
            </p:nvSpPr>
            <p:spPr>
              <a:xfrm>
                <a:off x="0" y="-47625"/>
                <a:ext cx="204922" cy="26727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sp>
        <p:nvSpPr>
          <p:cNvPr id="158" name="Google Shape;158;p15"/>
          <p:cNvSpPr txBox="1"/>
          <p:nvPr/>
        </p:nvSpPr>
        <p:spPr>
          <a:xfrm>
            <a:off x="1028700" y="1171575"/>
            <a:ext cx="7882500" cy="1477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6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Цели и задачи практики</a:t>
            </a:r>
            <a:endParaRPr lang="en-US" altLang="en-US" sz="60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0" name="Google Shape;160;p15"/>
          <p:cNvSpPr txBox="1"/>
          <p:nvPr/>
        </p:nvSpPr>
        <p:spPr>
          <a:xfrm>
            <a:off x="1028700" y="3171190"/>
            <a:ext cx="7882255" cy="5405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🧾 </a:t>
            </a:r>
            <a:r>
              <a:rPr lang="ru-RU" altLang="zh-CN" sz="2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	</a:t>
            </a:r>
            <a:r>
              <a:rPr lang="en-US" altLang="en-US" sz="2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Проанализировать предметную область</a:t>
            </a:r>
            <a:endParaRPr lang="en-US" altLang="en-US" sz="28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28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🗄️ </a:t>
            </a:r>
            <a:r>
              <a:rPr lang="en-US" altLang="en-US" sz="2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Спроектировать нормализованную БД</a:t>
            </a:r>
            <a:endParaRPr lang="en-US" altLang="en-US" sz="28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28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💻 </a:t>
            </a:r>
            <a:r>
              <a:rPr lang="ru-RU" altLang="zh-CN" sz="2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	</a:t>
            </a:r>
            <a:r>
              <a:rPr lang="en-US" altLang="en-US" sz="2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Разработать приложение с </a:t>
            </a:r>
            <a:r>
              <a:rPr lang="en-US" altLang="ru-RU" sz="2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CRUD</a:t>
            </a:r>
            <a:endParaRPr lang="en-US" altLang="ru-RU" sz="28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28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🔐 </a:t>
            </a:r>
            <a:r>
              <a:rPr lang="ru-RU" altLang="zh-CN" sz="2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	</a:t>
            </a:r>
            <a:r>
              <a:rPr lang="en-US" altLang="en-US" sz="2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Реализовать роли и права доступа</a:t>
            </a:r>
            <a:endParaRPr lang="en-US" altLang="en-US" sz="28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28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💾 </a:t>
            </a:r>
            <a:r>
              <a:rPr lang="ru-RU" altLang="zh-CN" sz="2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	</a:t>
            </a:r>
            <a:r>
              <a:rPr lang="en-US" altLang="en-US" sz="2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Настроить резервное копирование</a:t>
            </a:r>
            <a:endParaRPr lang="en-US" altLang="en-US" sz="28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5" name="Google Shape;195;p17"/>
          <p:cNvCxnSpPr/>
          <p:nvPr/>
        </p:nvCxnSpPr>
        <p:spPr>
          <a:xfrm>
            <a:off x="1161417" y="9244012"/>
            <a:ext cx="6973625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7" name="Google Shape;197;p17"/>
          <p:cNvSpPr txBox="1"/>
          <p:nvPr/>
        </p:nvSpPr>
        <p:spPr>
          <a:xfrm>
            <a:off x="1161415" y="853440"/>
            <a:ext cx="7350760" cy="1544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6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Структура базы данных</a:t>
            </a:r>
            <a:endParaRPr lang="en-US" altLang="en-US" sz="60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17"/>
          <p:cNvSpPr txBox="1"/>
          <p:nvPr/>
        </p:nvSpPr>
        <p:spPr>
          <a:xfrm>
            <a:off x="1161415" y="2398395"/>
            <a:ext cx="6974205" cy="4662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US" sz="2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Таблицы</a:t>
            </a:r>
            <a:r>
              <a:rPr lang="en-US" altLang="en-US" sz="2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lang="en-US" altLang="en-US" sz="28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2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Citizens, AppealTypes, AppealStatuses, Employees, Appeals, AppealHistory</a:t>
            </a:r>
            <a:endParaRPr lang="en-US" altLang="ru-RU" sz="28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00" name="Google Shape;200;p17"/>
          <p:cNvGrpSpPr/>
          <p:nvPr/>
        </p:nvGrpSpPr>
        <p:grpSpPr>
          <a:xfrm>
            <a:off x="-3246032" y="-1664456"/>
            <a:ext cx="3995466" cy="13169717"/>
            <a:chOff x="0" y="-594926"/>
            <a:chExt cx="5327289" cy="17559623"/>
          </a:xfrm>
        </p:grpSpPr>
        <p:grpSp>
          <p:nvGrpSpPr>
            <p:cNvPr id="201" name="Google Shape;201;p17"/>
            <p:cNvGrpSpPr/>
            <p:nvPr/>
          </p:nvGrpSpPr>
          <p:grpSpPr>
            <a:xfrm>
              <a:off x="0" y="-230650"/>
              <a:ext cx="5327289" cy="16622326"/>
              <a:chOff x="0" y="-47625"/>
              <a:chExt cx="315691" cy="985027"/>
            </a:xfrm>
          </p:grpSpPr>
          <p:sp>
            <p:nvSpPr>
              <p:cNvPr id="202" name="Google Shape;202;p17"/>
              <p:cNvSpPr/>
              <p:nvPr/>
            </p:nvSpPr>
            <p:spPr>
              <a:xfrm>
                <a:off x="0" y="0"/>
                <a:ext cx="315691" cy="937402"/>
              </a:xfrm>
              <a:custGeom>
                <a:avLst/>
                <a:gdLst/>
                <a:ahLst/>
                <a:cxnLst/>
                <a:rect l="l" t="t" r="r" b="b"/>
                <a:pathLst>
                  <a:path w="315691" h="937402" extrusionOk="0">
                    <a:moveTo>
                      <a:pt x="0" y="0"/>
                    </a:moveTo>
                    <a:lnTo>
                      <a:pt x="315691" y="0"/>
                    </a:lnTo>
                    <a:lnTo>
                      <a:pt x="315691" y="937402"/>
                    </a:lnTo>
                    <a:lnTo>
                      <a:pt x="0" y="937402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20000"/>
                    </a:srgbClr>
                  </a:gs>
                  <a:gs pos="100000">
                    <a:srgbClr val="E0058B">
                      <a:alpha val="2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03" name="Google Shape;203;p17"/>
              <p:cNvSpPr txBox="1"/>
              <p:nvPr/>
            </p:nvSpPr>
            <p:spPr>
              <a:xfrm>
                <a:off x="0" y="-47625"/>
                <a:ext cx="315691" cy="985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04" name="Google Shape;204;p17"/>
            <p:cNvGrpSpPr/>
            <p:nvPr/>
          </p:nvGrpSpPr>
          <p:grpSpPr>
            <a:xfrm>
              <a:off x="345928" y="900908"/>
              <a:ext cx="4635433" cy="14463582"/>
              <a:chOff x="0" y="-47625"/>
              <a:chExt cx="315691" cy="985027"/>
            </a:xfrm>
          </p:grpSpPr>
          <p:sp>
            <p:nvSpPr>
              <p:cNvPr id="205" name="Google Shape;205;p17"/>
              <p:cNvSpPr/>
              <p:nvPr/>
            </p:nvSpPr>
            <p:spPr>
              <a:xfrm>
                <a:off x="0" y="0"/>
                <a:ext cx="315691" cy="937402"/>
              </a:xfrm>
              <a:custGeom>
                <a:avLst/>
                <a:gdLst/>
                <a:ahLst/>
                <a:cxnLst/>
                <a:rect l="l" t="t" r="r" b="b"/>
                <a:pathLst>
                  <a:path w="315691" h="937402" extrusionOk="0">
                    <a:moveTo>
                      <a:pt x="0" y="0"/>
                    </a:moveTo>
                    <a:lnTo>
                      <a:pt x="315691" y="0"/>
                    </a:lnTo>
                    <a:lnTo>
                      <a:pt x="315691" y="937402"/>
                    </a:lnTo>
                    <a:lnTo>
                      <a:pt x="0" y="937402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40000"/>
                    </a:srgbClr>
                  </a:gs>
                  <a:gs pos="100000">
                    <a:srgbClr val="E0058B">
                      <a:alpha val="4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06" name="Google Shape;206;p17"/>
              <p:cNvSpPr txBox="1"/>
              <p:nvPr/>
            </p:nvSpPr>
            <p:spPr>
              <a:xfrm>
                <a:off x="0" y="-47625"/>
                <a:ext cx="315691" cy="985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07" name="Google Shape;207;p17"/>
            <p:cNvGrpSpPr/>
            <p:nvPr/>
          </p:nvGrpSpPr>
          <p:grpSpPr>
            <a:xfrm>
              <a:off x="691856" y="586892"/>
              <a:ext cx="3943577" cy="15195987"/>
              <a:chOff x="0" y="-47625"/>
              <a:chExt cx="315691" cy="1216469"/>
            </a:xfrm>
          </p:grpSpPr>
          <p:sp>
            <p:nvSpPr>
              <p:cNvPr id="208" name="Google Shape;208;p17"/>
              <p:cNvSpPr/>
              <p:nvPr/>
            </p:nvSpPr>
            <p:spPr>
              <a:xfrm>
                <a:off x="0" y="0"/>
                <a:ext cx="315691" cy="1168844"/>
              </a:xfrm>
              <a:custGeom>
                <a:avLst/>
                <a:gdLst/>
                <a:ahLst/>
                <a:cxnLst/>
                <a:rect l="l" t="t" r="r" b="b"/>
                <a:pathLst>
                  <a:path w="315691" h="1168844" extrusionOk="0">
                    <a:moveTo>
                      <a:pt x="0" y="0"/>
                    </a:moveTo>
                    <a:lnTo>
                      <a:pt x="315691" y="0"/>
                    </a:lnTo>
                    <a:lnTo>
                      <a:pt x="315691" y="1168844"/>
                    </a:lnTo>
                    <a:lnTo>
                      <a:pt x="0" y="1168844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60000"/>
                    </a:srgbClr>
                  </a:gs>
                  <a:gs pos="100000">
                    <a:srgbClr val="E0058B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09" name="Google Shape;209;p17"/>
              <p:cNvSpPr txBox="1"/>
              <p:nvPr/>
            </p:nvSpPr>
            <p:spPr>
              <a:xfrm>
                <a:off x="0" y="-47625"/>
                <a:ext cx="315691" cy="12164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10" name="Google Shape;210;p17"/>
            <p:cNvGrpSpPr/>
            <p:nvPr/>
          </p:nvGrpSpPr>
          <p:grpSpPr>
            <a:xfrm>
              <a:off x="1037783" y="586892"/>
              <a:ext cx="3251722" cy="15195987"/>
              <a:chOff x="0" y="-47625"/>
              <a:chExt cx="260307" cy="1216469"/>
            </a:xfrm>
          </p:grpSpPr>
          <p:sp>
            <p:nvSpPr>
              <p:cNvPr id="211" name="Google Shape;211;p17"/>
              <p:cNvSpPr/>
              <p:nvPr/>
            </p:nvSpPr>
            <p:spPr>
              <a:xfrm>
                <a:off x="0" y="0"/>
                <a:ext cx="260307" cy="1168844"/>
              </a:xfrm>
              <a:custGeom>
                <a:avLst/>
                <a:gdLst/>
                <a:ahLst/>
                <a:cxnLst/>
                <a:rect l="l" t="t" r="r" b="b"/>
                <a:pathLst>
                  <a:path w="260307" h="1168844" extrusionOk="0">
                    <a:moveTo>
                      <a:pt x="0" y="0"/>
                    </a:moveTo>
                    <a:lnTo>
                      <a:pt x="260307" y="0"/>
                    </a:lnTo>
                    <a:lnTo>
                      <a:pt x="260307" y="1168844"/>
                    </a:lnTo>
                    <a:lnTo>
                      <a:pt x="0" y="1168844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80000"/>
                    </a:srgbClr>
                  </a:gs>
                  <a:gs pos="100000">
                    <a:srgbClr val="E0058B">
                      <a:alpha val="8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12" name="Google Shape;212;p17"/>
              <p:cNvSpPr txBox="1"/>
              <p:nvPr/>
            </p:nvSpPr>
            <p:spPr>
              <a:xfrm>
                <a:off x="0" y="-47625"/>
                <a:ext cx="260307" cy="12164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13" name="Google Shape;213;p17"/>
            <p:cNvGrpSpPr/>
            <p:nvPr/>
          </p:nvGrpSpPr>
          <p:grpSpPr>
            <a:xfrm>
              <a:off x="1383711" y="-594926"/>
              <a:ext cx="2559866" cy="17559623"/>
              <a:chOff x="0" y="-47625"/>
              <a:chExt cx="204922" cy="1405683"/>
            </a:xfrm>
          </p:grpSpPr>
          <p:sp>
            <p:nvSpPr>
              <p:cNvPr id="214" name="Google Shape;214;p17"/>
              <p:cNvSpPr/>
              <p:nvPr/>
            </p:nvSpPr>
            <p:spPr>
              <a:xfrm>
                <a:off x="0" y="0"/>
                <a:ext cx="204922" cy="1358058"/>
              </a:xfrm>
              <a:custGeom>
                <a:avLst/>
                <a:gdLst/>
                <a:ahLst/>
                <a:cxnLst/>
                <a:rect l="l" t="t" r="r" b="b"/>
                <a:pathLst>
                  <a:path w="204922" h="1358058" extrusionOk="0">
                    <a:moveTo>
                      <a:pt x="0" y="0"/>
                    </a:moveTo>
                    <a:lnTo>
                      <a:pt x="204922" y="0"/>
                    </a:lnTo>
                    <a:lnTo>
                      <a:pt x="204922" y="1358058"/>
                    </a:lnTo>
                    <a:lnTo>
                      <a:pt x="0" y="1358058"/>
                    </a:lnTo>
                    <a:close/>
                  </a:path>
                </a:pathLst>
              </a:custGeom>
              <a:gradFill>
                <a:gsLst>
                  <a:gs pos="0">
                    <a:srgbClr val="FB861A"/>
                  </a:gs>
                  <a:gs pos="100000">
                    <a:srgbClr val="E0058B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15" name="Google Shape;215;p17"/>
              <p:cNvSpPr txBox="1"/>
              <p:nvPr/>
            </p:nvSpPr>
            <p:spPr>
              <a:xfrm>
                <a:off x="0" y="-47625"/>
                <a:ext cx="204922" cy="14056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pic>
        <p:nvPicPr>
          <p:cNvPr id="10" name="Изображение 10" descr="ER_диограмма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0415" y="419735"/>
            <a:ext cx="9458325" cy="94291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"/>
          <p:cNvSpPr txBox="1"/>
          <p:nvPr/>
        </p:nvSpPr>
        <p:spPr>
          <a:xfrm>
            <a:off x="1028700" y="1171575"/>
            <a:ext cx="15836900" cy="184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6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Физическая реализация БД и тестовые данные</a:t>
            </a:r>
            <a:endParaRPr lang="en-US" altLang="en-US" sz="60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1" name="Google Shape;221;p18"/>
          <p:cNvSpPr txBox="1"/>
          <p:nvPr/>
        </p:nvSpPr>
        <p:spPr>
          <a:xfrm>
            <a:off x="1028065" y="3363595"/>
            <a:ext cx="5648325" cy="33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2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Microsoft SQL Server (Express Edition)</a:t>
            </a:r>
            <a:endParaRPr lang="en-US" altLang="ru-RU" sz="25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25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Таблицы, первичные/внешние ключи, индексы</a:t>
            </a:r>
            <a:endParaRPr lang="en-US" altLang="en-US" sz="25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25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Более 2600 строк (</a:t>
            </a:r>
            <a:r>
              <a:rPr lang="en-US" altLang="ru-RU" sz="2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Citizens – 300, Appeals – 500, History – 1800)</a:t>
            </a:r>
            <a:endParaRPr lang="en-US" altLang="ru-RU" sz="25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3" name="Google Shape;223;p18"/>
          <p:cNvSpPr txBox="1"/>
          <p:nvPr/>
        </p:nvSpPr>
        <p:spPr>
          <a:xfrm>
            <a:off x="11069715" y="8793158"/>
            <a:ext cx="2033387" cy="241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Number of years</a:t>
            </a:r>
            <a:endParaRPr lang="en-US"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25" name="Google Shape;225;p18"/>
          <p:cNvSpPr txBox="1"/>
          <p:nvPr/>
        </p:nvSpPr>
        <p:spPr>
          <a:xfrm rot="-5400000">
            <a:off x="6110945" y="5045751"/>
            <a:ext cx="2033387" cy="241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Amount</a:t>
            </a:r>
            <a:endParaRPr lang="en-US"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26" name="Google Shape;226;p18"/>
          <p:cNvCxnSpPr/>
          <p:nvPr/>
        </p:nvCxnSpPr>
        <p:spPr>
          <a:xfrm>
            <a:off x="1028700" y="6667183"/>
            <a:ext cx="4970318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27" name="Google Shape;227;p18"/>
          <p:cNvGrpSpPr/>
          <p:nvPr/>
        </p:nvGrpSpPr>
        <p:grpSpPr>
          <a:xfrm>
            <a:off x="17538063" y="-1664456"/>
            <a:ext cx="3995466" cy="13169717"/>
            <a:chOff x="0" y="-594926"/>
            <a:chExt cx="5327289" cy="17559623"/>
          </a:xfrm>
        </p:grpSpPr>
        <p:grpSp>
          <p:nvGrpSpPr>
            <p:cNvPr id="228" name="Google Shape;228;p18"/>
            <p:cNvGrpSpPr/>
            <p:nvPr/>
          </p:nvGrpSpPr>
          <p:grpSpPr>
            <a:xfrm>
              <a:off x="0" y="-230650"/>
              <a:ext cx="5327289" cy="16622326"/>
              <a:chOff x="0" y="-47625"/>
              <a:chExt cx="315691" cy="985027"/>
            </a:xfrm>
          </p:grpSpPr>
          <p:sp>
            <p:nvSpPr>
              <p:cNvPr id="229" name="Google Shape;229;p18"/>
              <p:cNvSpPr/>
              <p:nvPr/>
            </p:nvSpPr>
            <p:spPr>
              <a:xfrm>
                <a:off x="0" y="0"/>
                <a:ext cx="315691" cy="937402"/>
              </a:xfrm>
              <a:custGeom>
                <a:avLst/>
                <a:gdLst/>
                <a:ahLst/>
                <a:cxnLst/>
                <a:rect l="l" t="t" r="r" b="b"/>
                <a:pathLst>
                  <a:path w="315691" h="937402" extrusionOk="0">
                    <a:moveTo>
                      <a:pt x="0" y="0"/>
                    </a:moveTo>
                    <a:lnTo>
                      <a:pt x="315691" y="0"/>
                    </a:lnTo>
                    <a:lnTo>
                      <a:pt x="315691" y="937402"/>
                    </a:lnTo>
                    <a:lnTo>
                      <a:pt x="0" y="937402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20000"/>
                    </a:srgbClr>
                  </a:gs>
                  <a:gs pos="100000">
                    <a:srgbClr val="E0058B">
                      <a:alpha val="2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30" name="Google Shape;230;p18"/>
              <p:cNvSpPr txBox="1"/>
              <p:nvPr/>
            </p:nvSpPr>
            <p:spPr>
              <a:xfrm>
                <a:off x="0" y="-47625"/>
                <a:ext cx="315691" cy="985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31" name="Google Shape;231;p18"/>
            <p:cNvGrpSpPr/>
            <p:nvPr/>
          </p:nvGrpSpPr>
          <p:grpSpPr>
            <a:xfrm>
              <a:off x="345928" y="900908"/>
              <a:ext cx="4635433" cy="14463582"/>
              <a:chOff x="0" y="-47625"/>
              <a:chExt cx="315691" cy="985027"/>
            </a:xfrm>
          </p:grpSpPr>
          <p:sp>
            <p:nvSpPr>
              <p:cNvPr id="232" name="Google Shape;232;p18"/>
              <p:cNvSpPr/>
              <p:nvPr/>
            </p:nvSpPr>
            <p:spPr>
              <a:xfrm>
                <a:off x="0" y="0"/>
                <a:ext cx="315691" cy="937402"/>
              </a:xfrm>
              <a:custGeom>
                <a:avLst/>
                <a:gdLst/>
                <a:ahLst/>
                <a:cxnLst/>
                <a:rect l="l" t="t" r="r" b="b"/>
                <a:pathLst>
                  <a:path w="315691" h="937402" extrusionOk="0">
                    <a:moveTo>
                      <a:pt x="0" y="0"/>
                    </a:moveTo>
                    <a:lnTo>
                      <a:pt x="315691" y="0"/>
                    </a:lnTo>
                    <a:lnTo>
                      <a:pt x="315691" y="937402"/>
                    </a:lnTo>
                    <a:lnTo>
                      <a:pt x="0" y="937402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40000"/>
                    </a:srgbClr>
                  </a:gs>
                  <a:gs pos="100000">
                    <a:srgbClr val="E0058B">
                      <a:alpha val="4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33" name="Google Shape;233;p18"/>
              <p:cNvSpPr txBox="1"/>
              <p:nvPr/>
            </p:nvSpPr>
            <p:spPr>
              <a:xfrm>
                <a:off x="0" y="-47625"/>
                <a:ext cx="315691" cy="985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34" name="Google Shape;234;p18"/>
            <p:cNvGrpSpPr/>
            <p:nvPr/>
          </p:nvGrpSpPr>
          <p:grpSpPr>
            <a:xfrm>
              <a:off x="691856" y="586892"/>
              <a:ext cx="3943577" cy="15195987"/>
              <a:chOff x="0" y="-47625"/>
              <a:chExt cx="315691" cy="1216469"/>
            </a:xfrm>
          </p:grpSpPr>
          <p:sp>
            <p:nvSpPr>
              <p:cNvPr id="235" name="Google Shape;235;p18"/>
              <p:cNvSpPr/>
              <p:nvPr/>
            </p:nvSpPr>
            <p:spPr>
              <a:xfrm>
                <a:off x="0" y="0"/>
                <a:ext cx="315691" cy="1168844"/>
              </a:xfrm>
              <a:custGeom>
                <a:avLst/>
                <a:gdLst/>
                <a:ahLst/>
                <a:cxnLst/>
                <a:rect l="l" t="t" r="r" b="b"/>
                <a:pathLst>
                  <a:path w="315691" h="1168844" extrusionOk="0">
                    <a:moveTo>
                      <a:pt x="0" y="0"/>
                    </a:moveTo>
                    <a:lnTo>
                      <a:pt x="315691" y="0"/>
                    </a:lnTo>
                    <a:lnTo>
                      <a:pt x="315691" y="1168844"/>
                    </a:lnTo>
                    <a:lnTo>
                      <a:pt x="0" y="1168844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60000"/>
                    </a:srgbClr>
                  </a:gs>
                  <a:gs pos="100000">
                    <a:srgbClr val="E0058B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36" name="Google Shape;236;p18"/>
              <p:cNvSpPr txBox="1"/>
              <p:nvPr/>
            </p:nvSpPr>
            <p:spPr>
              <a:xfrm>
                <a:off x="0" y="-47625"/>
                <a:ext cx="315691" cy="12164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37" name="Google Shape;237;p18"/>
            <p:cNvGrpSpPr/>
            <p:nvPr/>
          </p:nvGrpSpPr>
          <p:grpSpPr>
            <a:xfrm>
              <a:off x="1037783" y="586892"/>
              <a:ext cx="3251722" cy="15195987"/>
              <a:chOff x="0" y="-47625"/>
              <a:chExt cx="260307" cy="1216469"/>
            </a:xfrm>
          </p:grpSpPr>
          <p:sp>
            <p:nvSpPr>
              <p:cNvPr id="238" name="Google Shape;238;p18"/>
              <p:cNvSpPr/>
              <p:nvPr/>
            </p:nvSpPr>
            <p:spPr>
              <a:xfrm>
                <a:off x="0" y="0"/>
                <a:ext cx="260307" cy="1168844"/>
              </a:xfrm>
              <a:custGeom>
                <a:avLst/>
                <a:gdLst/>
                <a:ahLst/>
                <a:cxnLst/>
                <a:rect l="l" t="t" r="r" b="b"/>
                <a:pathLst>
                  <a:path w="260307" h="1168844" extrusionOk="0">
                    <a:moveTo>
                      <a:pt x="0" y="0"/>
                    </a:moveTo>
                    <a:lnTo>
                      <a:pt x="260307" y="0"/>
                    </a:lnTo>
                    <a:lnTo>
                      <a:pt x="260307" y="1168844"/>
                    </a:lnTo>
                    <a:lnTo>
                      <a:pt x="0" y="1168844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80000"/>
                    </a:srgbClr>
                  </a:gs>
                  <a:gs pos="100000">
                    <a:srgbClr val="E0058B">
                      <a:alpha val="8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39" name="Google Shape;239;p18"/>
              <p:cNvSpPr txBox="1"/>
              <p:nvPr/>
            </p:nvSpPr>
            <p:spPr>
              <a:xfrm>
                <a:off x="0" y="-47625"/>
                <a:ext cx="260307" cy="12164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40" name="Google Shape;240;p18"/>
            <p:cNvGrpSpPr/>
            <p:nvPr/>
          </p:nvGrpSpPr>
          <p:grpSpPr>
            <a:xfrm>
              <a:off x="1383711" y="-594926"/>
              <a:ext cx="2559866" cy="17559623"/>
              <a:chOff x="0" y="-47625"/>
              <a:chExt cx="204922" cy="1405683"/>
            </a:xfrm>
          </p:grpSpPr>
          <p:sp>
            <p:nvSpPr>
              <p:cNvPr id="241" name="Google Shape;241;p18"/>
              <p:cNvSpPr/>
              <p:nvPr/>
            </p:nvSpPr>
            <p:spPr>
              <a:xfrm>
                <a:off x="0" y="0"/>
                <a:ext cx="204922" cy="1358058"/>
              </a:xfrm>
              <a:custGeom>
                <a:avLst/>
                <a:gdLst/>
                <a:ahLst/>
                <a:cxnLst/>
                <a:rect l="l" t="t" r="r" b="b"/>
                <a:pathLst>
                  <a:path w="204922" h="1358058" extrusionOk="0">
                    <a:moveTo>
                      <a:pt x="0" y="0"/>
                    </a:moveTo>
                    <a:lnTo>
                      <a:pt x="204922" y="0"/>
                    </a:lnTo>
                    <a:lnTo>
                      <a:pt x="204922" y="1358058"/>
                    </a:lnTo>
                    <a:lnTo>
                      <a:pt x="0" y="1358058"/>
                    </a:lnTo>
                    <a:close/>
                  </a:path>
                </a:pathLst>
              </a:custGeom>
              <a:gradFill>
                <a:gsLst>
                  <a:gs pos="0">
                    <a:srgbClr val="FB861A"/>
                  </a:gs>
                  <a:gs pos="100000">
                    <a:srgbClr val="E0058B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42" name="Google Shape;242;p18"/>
              <p:cNvSpPr txBox="1"/>
              <p:nvPr/>
            </p:nvSpPr>
            <p:spPr>
              <a:xfrm>
                <a:off x="0" y="-47625"/>
                <a:ext cx="204922" cy="14056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pic>
        <p:nvPicPr>
          <p:cNvPr id="11" name="Изображение 11" descr="пркпкпкп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9490" y="3190875"/>
            <a:ext cx="9515475" cy="33032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8" name="Google Shape;248;p19"/>
          <p:cNvCxnSpPr/>
          <p:nvPr/>
        </p:nvCxnSpPr>
        <p:spPr>
          <a:xfrm>
            <a:off x="1028700" y="9035415"/>
            <a:ext cx="4970318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9" name="Google Shape;249;p19"/>
          <p:cNvSpPr txBox="1"/>
          <p:nvPr/>
        </p:nvSpPr>
        <p:spPr>
          <a:xfrm>
            <a:off x="1028700" y="1171575"/>
            <a:ext cx="16332835" cy="923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6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Главное окно приложения</a:t>
            </a:r>
            <a:endParaRPr lang="en-US" altLang="en-US" sz="60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1028700" y="2675890"/>
            <a:ext cx="5667375" cy="6343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Главное окно представляет из себя</a:t>
            </a:r>
            <a:r>
              <a:rPr lang="en-US" sz="2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ru-RU" sz="2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lang="ru-RU" sz="25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altLang="en-US" sz="25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Панель выбора роли и фильтров</a:t>
            </a:r>
            <a:endParaRPr lang="en-US" altLang="en-US" sz="25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5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Панель </a:t>
            </a:r>
            <a:r>
              <a:rPr lang="en-US" altLang="ru-RU" sz="2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CRUD-</a:t>
            </a:r>
            <a:r>
              <a:rPr lang="en-US" altLang="en-US" sz="2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кнопок</a:t>
            </a:r>
            <a:endParaRPr lang="en-US" altLang="en-US" sz="25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5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Блок статистики</a:t>
            </a:r>
            <a:endParaRPr lang="en-US" altLang="en-US" sz="25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5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Таблица обращений (</a:t>
            </a:r>
            <a:r>
              <a:rPr lang="en-US" altLang="ru-RU" sz="2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DataGrid)</a:t>
            </a:r>
            <a:endParaRPr lang="en-US" altLang="ru-RU" sz="25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5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Панель пагинации</a:t>
            </a:r>
            <a:endParaRPr lang="en-US" altLang="en-US" sz="25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64" name="Google Shape;264;p19"/>
          <p:cNvGrpSpPr/>
          <p:nvPr/>
        </p:nvGrpSpPr>
        <p:grpSpPr>
          <a:xfrm rot="5400000">
            <a:off x="8003117" y="-13794267"/>
            <a:ext cx="3995466" cy="25040868"/>
            <a:chOff x="0" y="-594926"/>
            <a:chExt cx="5327289" cy="33387823"/>
          </a:xfrm>
        </p:grpSpPr>
        <p:grpSp>
          <p:nvGrpSpPr>
            <p:cNvPr id="265" name="Google Shape;265;p19"/>
            <p:cNvGrpSpPr/>
            <p:nvPr/>
          </p:nvGrpSpPr>
          <p:grpSpPr>
            <a:xfrm>
              <a:off x="0" y="303984"/>
              <a:ext cx="5327289" cy="31381257"/>
              <a:chOff x="0" y="-47625"/>
              <a:chExt cx="315691" cy="1859630"/>
            </a:xfrm>
          </p:grpSpPr>
          <p:sp>
            <p:nvSpPr>
              <p:cNvPr id="266" name="Google Shape;266;p19"/>
              <p:cNvSpPr/>
              <p:nvPr/>
            </p:nvSpPr>
            <p:spPr>
              <a:xfrm>
                <a:off x="0" y="0"/>
                <a:ext cx="315691" cy="1812005"/>
              </a:xfrm>
              <a:custGeom>
                <a:avLst/>
                <a:gdLst/>
                <a:ahLst/>
                <a:cxnLst/>
                <a:rect l="l" t="t" r="r" b="b"/>
                <a:pathLst>
                  <a:path w="315691" h="1812005" extrusionOk="0">
                    <a:moveTo>
                      <a:pt x="0" y="0"/>
                    </a:moveTo>
                    <a:lnTo>
                      <a:pt x="315691" y="0"/>
                    </a:lnTo>
                    <a:lnTo>
                      <a:pt x="315691" y="1812005"/>
                    </a:lnTo>
                    <a:lnTo>
                      <a:pt x="0" y="1812005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20000"/>
                    </a:srgbClr>
                  </a:gs>
                  <a:gs pos="100000">
                    <a:srgbClr val="E0058B">
                      <a:alpha val="2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67" name="Google Shape;267;p19"/>
              <p:cNvSpPr txBox="1"/>
              <p:nvPr/>
            </p:nvSpPr>
            <p:spPr>
              <a:xfrm>
                <a:off x="0" y="-47625"/>
                <a:ext cx="315691" cy="18596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68" name="Google Shape;268;p19"/>
            <p:cNvGrpSpPr/>
            <p:nvPr/>
          </p:nvGrpSpPr>
          <p:grpSpPr>
            <a:xfrm>
              <a:off x="345928" y="2393915"/>
              <a:ext cx="4635433" cy="27305769"/>
              <a:chOff x="0" y="-47625"/>
              <a:chExt cx="315691" cy="1859630"/>
            </a:xfrm>
          </p:grpSpPr>
          <p:sp>
            <p:nvSpPr>
              <p:cNvPr id="269" name="Google Shape;269;p19"/>
              <p:cNvSpPr/>
              <p:nvPr/>
            </p:nvSpPr>
            <p:spPr>
              <a:xfrm>
                <a:off x="0" y="0"/>
                <a:ext cx="315691" cy="1812005"/>
              </a:xfrm>
              <a:custGeom>
                <a:avLst/>
                <a:gdLst/>
                <a:ahLst/>
                <a:cxnLst/>
                <a:rect l="l" t="t" r="r" b="b"/>
                <a:pathLst>
                  <a:path w="315691" h="1812005" extrusionOk="0">
                    <a:moveTo>
                      <a:pt x="0" y="0"/>
                    </a:moveTo>
                    <a:lnTo>
                      <a:pt x="315691" y="0"/>
                    </a:lnTo>
                    <a:lnTo>
                      <a:pt x="315691" y="1812005"/>
                    </a:lnTo>
                    <a:lnTo>
                      <a:pt x="0" y="1812005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40000"/>
                    </a:srgbClr>
                  </a:gs>
                  <a:gs pos="100000">
                    <a:srgbClr val="E0058B">
                      <a:alpha val="4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70" name="Google Shape;270;p19"/>
              <p:cNvSpPr txBox="1"/>
              <p:nvPr/>
            </p:nvSpPr>
            <p:spPr>
              <a:xfrm>
                <a:off x="0" y="-47625"/>
                <a:ext cx="315691" cy="18596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71" name="Google Shape;271;p19"/>
            <p:cNvGrpSpPr/>
            <p:nvPr/>
          </p:nvGrpSpPr>
          <p:grpSpPr>
            <a:xfrm>
              <a:off x="691856" y="1689538"/>
              <a:ext cx="3943577" cy="28818895"/>
              <a:chOff x="0" y="-47625"/>
              <a:chExt cx="315691" cy="2307010"/>
            </a:xfrm>
          </p:grpSpPr>
          <p:sp>
            <p:nvSpPr>
              <p:cNvPr id="272" name="Google Shape;272;p19"/>
              <p:cNvSpPr/>
              <p:nvPr/>
            </p:nvSpPr>
            <p:spPr>
              <a:xfrm>
                <a:off x="0" y="0"/>
                <a:ext cx="315691" cy="2259385"/>
              </a:xfrm>
              <a:custGeom>
                <a:avLst/>
                <a:gdLst/>
                <a:ahLst/>
                <a:cxnLst/>
                <a:rect l="l" t="t" r="r" b="b"/>
                <a:pathLst>
                  <a:path w="315691" h="2259385" extrusionOk="0">
                    <a:moveTo>
                      <a:pt x="0" y="0"/>
                    </a:moveTo>
                    <a:lnTo>
                      <a:pt x="315691" y="0"/>
                    </a:lnTo>
                    <a:lnTo>
                      <a:pt x="315691" y="2259385"/>
                    </a:lnTo>
                    <a:lnTo>
                      <a:pt x="0" y="2259385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60000"/>
                    </a:srgbClr>
                  </a:gs>
                  <a:gs pos="100000">
                    <a:srgbClr val="E0058B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73" name="Google Shape;273;p19"/>
              <p:cNvSpPr txBox="1"/>
              <p:nvPr/>
            </p:nvSpPr>
            <p:spPr>
              <a:xfrm>
                <a:off x="0" y="-47625"/>
                <a:ext cx="315691" cy="23070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74" name="Google Shape;274;p19"/>
            <p:cNvGrpSpPr/>
            <p:nvPr/>
          </p:nvGrpSpPr>
          <p:grpSpPr>
            <a:xfrm>
              <a:off x="1037783" y="1689538"/>
              <a:ext cx="3251722" cy="28818895"/>
              <a:chOff x="0" y="-47625"/>
              <a:chExt cx="260307" cy="2307010"/>
            </a:xfrm>
          </p:grpSpPr>
          <p:sp>
            <p:nvSpPr>
              <p:cNvPr id="275" name="Google Shape;275;p19"/>
              <p:cNvSpPr/>
              <p:nvPr/>
            </p:nvSpPr>
            <p:spPr>
              <a:xfrm>
                <a:off x="0" y="0"/>
                <a:ext cx="260307" cy="2259385"/>
              </a:xfrm>
              <a:custGeom>
                <a:avLst/>
                <a:gdLst/>
                <a:ahLst/>
                <a:cxnLst/>
                <a:rect l="l" t="t" r="r" b="b"/>
                <a:pathLst>
                  <a:path w="260307" h="2259385" extrusionOk="0">
                    <a:moveTo>
                      <a:pt x="0" y="0"/>
                    </a:moveTo>
                    <a:lnTo>
                      <a:pt x="260307" y="0"/>
                    </a:lnTo>
                    <a:lnTo>
                      <a:pt x="260307" y="2259385"/>
                    </a:lnTo>
                    <a:lnTo>
                      <a:pt x="0" y="2259385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80000"/>
                    </a:srgbClr>
                  </a:gs>
                  <a:gs pos="100000">
                    <a:srgbClr val="E0058B">
                      <a:alpha val="8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76" name="Google Shape;276;p19"/>
              <p:cNvSpPr txBox="1"/>
              <p:nvPr/>
            </p:nvSpPr>
            <p:spPr>
              <a:xfrm>
                <a:off x="0" y="-47625"/>
                <a:ext cx="260307" cy="23070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77" name="Google Shape;277;p19"/>
            <p:cNvGrpSpPr/>
            <p:nvPr/>
          </p:nvGrpSpPr>
          <p:grpSpPr>
            <a:xfrm>
              <a:off x="1383711" y="-594926"/>
              <a:ext cx="2559866" cy="33387823"/>
              <a:chOff x="0" y="-47625"/>
              <a:chExt cx="204922" cy="2672761"/>
            </a:xfrm>
          </p:grpSpPr>
          <p:sp>
            <p:nvSpPr>
              <p:cNvPr id="278" name="Google Shape;278;p19"/>
              <p:cNvSpPr/>
              <p:nvPr/>
            </p:nvSpPr>
            <p:spPr>
              <a:xfrm>
                <a:off x="0" y="0"/>
                <a:ext cx="204922" cy="2625136"/>
              </a:xfrm>
              <a:custGeom>
                <a:avLst/>
                <a:gdLst/>
                <a:ahLst/>
                <a:cxnLst/>
                <a:rect l="l" t="t" r="r" b="b"/>
                <a:pathLst>
                  <a:path w="204922" h="2625136" extrusionOk="0">
                    <a:moveTo>
                      <a:pt x="0" y="0"/>
                    </a:moveTo>
                    <a:lnTo>
                      <a:pt x="204922" y="0"/>
                    </a:lnTo>
                    <a:lnTo>
                      <a:pt x="204922" y="2625136"/>
                    </a:lnTo>
                    <a:lnTo>
                      <a:pt x="0" y="2625136"/>
                    </a:lnTo>
                    <a:close/>
                  </a:path>
                </a:pathLst>
              </a:custGeom>
              <a:gradFill>
                <a:gsLst>
                  <a:gs pos="0">
                    <a:srgbClr val="FB861A"/>
                  </a:gs>
                  <a:gs pos="100000">
                    <a:srgbClr val="E0058B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79" name="Google Shape;279;p19"/>
              <p:cNvSpPr txBox="1"/>
              <p:nvPr/>
            </p:nvSpPr>
            <p:spPr>
              <a:xfrm>
                <a:off x="0" y="-47625"/>
                <a:ext cx="204922" cy="26727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pic>
        <p:nvPicPr>
          <p:cNvPr id="1" name="Изображение 0" descr="ukfdyjt jryj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5055" y="2673985"/>
            <a:ext cx="9936480" cy="63614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0"/>
          <p:cNvSpPr txBox="1"/>
          <p:nvPr/>
        </p:nvSpPr>
        <p:spPr>
          <a:xfrm>
            <a:off x="494307" y="1171575"/>
            <a:ext cx="17299385" cy="923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6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Разграничение прав</a:t>
            </a:r>
            <a:endParaRPr lang="en-US" altLang="en-US" sz="60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>
            <a:off x="3486785" y="7852410"/>
            <a:ext cx="5026025" cy="62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1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Интерфейс для роли оператора</a:t>
            </a:r>
            <a:endParaRPr lang="en-US" altLang="en-US" sz="21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96" name="Google Shape;296;p20"/>
          <p:cNvCxnSpPr/>
          <p:nvPr/>
        </p:nvCxnSpPr>
        <p:spPr>
          <a:xfrm>
            <a:off x="1028700" y="9035415"/>
            <a:ext cx="16230600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97" name="Google Shape;297;p20"/>
          <p:cNvGrpSpPr/>
          <p:nvPr/>
        </p:nvGrpSpPr>
        <p:grpSpPr>
          <a:xfrm rot="5400000">
            <a:off x="8003117" y="-930073"/>
            <a:ext cx="3995466" cy="25040868"/>
            <a:chOff x="0" y="-594926"/>
            <a:chExt cx="5327289" cy="33387823"/>
          </a:xfrm>
        </p:grpSpPr>
        <p:grpSp>
          <p:nvGrpSpPr>
            <p:cNvPr id="298" name="Google Shape;298;p20"/>
            <p:cNvGrpSpPr/>
            <p:nvPr/>
          </p:nvGrpSpPr>
          <p:grpSpPr>
            <a:xfrm>
              <a:off x="0" y="303984"/>
              <a:ext cx="5327289" cy="31381257"/>
              <a:chOff x="0" y="-47625"/>
              <a:chExt cx="315691" cy="1859630"/>
            </a:xfrm>
          </p:grpSpPr>
          <p:sp>
            <p:nvSpPr>
              <p:cNvPr id="299" name="Google Shape;299;p20"/>
              <p:cNvSpPr/>
              <p:nvPr/>
            </p:nvSpPr>
            <p:spPr>
              <a:xfrm>
                <a:off x="0" y="0"/>
                <a:ext cx="315691" cy="1812005"/>
              </a:xfrm>
              <a:custGeom>
                <a:avLst/>
                <a:gdLst/>
                <a:ahLst/>
                <a:cxnLst/>
                <a:rect l="l" t="t" r="r" b="b"/>
                <a:pathLst>
                  <a:path w="315691" h="1812005" extrusionOk="0">
                    <a:moveTo>
                      <a:pt x="0" y="0"/>
                    </a:moveTo>
                    <a:lnTo>
                      <a:pt x="315691" y="0"/>
                    </a:lnTo>
                    <a:lnTo>
                      <a:pt x="315691" y="1812005"/>
                    </a:lnTo>
                    <a:lnTo>
                      <a:pt x="0" y="1812005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20000"/>
                    </a:srgbClr>
                  </a:gs>
                  <a:gs pos="100000">
                    <a:srgbClr val="E0058B">
                      <a:alpha val="2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00" name="Google Shape;300;p20"/>
              <p:cNvSpPr txBox="1"/>
              <p:nvPr/>
            </p:nvSpPr>
            <p:spPr>
              <a:xfrm>
                <a:off x="0" y="-47625"/>
                <a:ext cx="315691" cy="18596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301" name="Google Shape;301;p20"/>
            <p:cNvGrpSpPr/>
            <p:nvPr/>
          </p:nvGrpSpPr>
          <p:grpSpPr>
            <a:xfrm>
              <a:off x="345928" y="2393915"/>
              <a:ext cx="4635433" cy="27305769"/>
              <a:chOff x="0" y="-47625"/>
              <a:chExt cx="315691" cy="1859630"/>
            </a:xfrm>
          </p:grpSpPr>
          <p:sp>
            <p:nvSpPr>
              <p:cNvPr id="302" name="Google Shape;302;p20"/>
              <p:cNvSpPr/>
              <p:nvPr/>
            </p:nvSpPr>
            <p:spPr>
              <a:xfrm>
                <a:off x="0" y="0"/>
                <a:ext cx="315691" cy="1812005"/>
              </a:xfrm>
              <a:custGeom>
                <a:avLst/>
                <a:gdLst/>
                <a:ahLst/>
                <a:cxnLst/>
                <a:rect l="l" t="t" r="r" b="b"/>
                <a:pathLst>
                  <a:path w="315691" h="1812005" extrusionOk="0">
                    <a:moveTo>
                      <a:pt x="0" y="0"/>
                    </a:moveTo>
                    <a:lnTo>
                      <a:pt x="315691" y="0"/>
                    </a:lnTo>
                    <a:lnTo>
                      <a:pt x="315691" y="1812005"/>
                    </a:lnTo>
                    <a:lnTo>
                      <a:pt x="0" y="1812005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40000"/>
                    </a:srgbClr>
                  </a:gs>
                  <a:gs pos="100000">
                    <a:srgbClr val="E0058B">
                      <a:alpha val="4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03" name="Google Shape;303;p20"/>
              <p:cNvSpPr txBox="1"/>
              <p:nvPr/>
            </p:nvSpPr>
            <p:spPr>
              <a:xfrm>
                <a:off x="0" y="-47625"/>
                <a:ext cx="315691" cy="18596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304" name="Google Shape;304;p20"/>
            <p:cNvGrpSpPr/>
            <p:nvPr/>
          </p:nvGrpSpPr>
          <p:grpSpPr>
            <a:xfrm>
              <a:off x="691856" y="1689538"/>
              <a:ext cx="3943577" cy="28818895"/>
              <a:chOff x="0" y="-47625"/>
              <a:chExt cx="315691" cy="2307010"/>
            </a:xfrm>
          </p:grpSpPr>
          <p:sp>
            <p:nvSpPr>
              <p:cNvPr id="305" name="Google Shape;305;p20"/>
              <p:cNvSpPr/>
              <p:nvPr/>
            </p:nvSpPr>
            <p:spPr>
              <a:xfrm>
                <a:off x="0" y="0"/>
                <a:ext cx="315691" cy="2259385"/>
              </a:xfrm>
              <a:custGeom>
                <a:avLst/>
                <a:gdLst/>
                <a:ahLst/>
                <a:cxnLst/>
                <a:rect l="l" t="t" r="r" b="b"/>
                <a:pathLst>
                  <a:path w="315691" h="2259385" extrusionOk="0">
                    <a:moveTo>
                      <a:pt x="0" y="0"/>
                    </a:moveTo>
                    <a:lnTo>
                      <a:pt x="315691" y="0"/>
                    </a:lnTo>
                    <a:lnTo>
                      <a:pt x="315691" y="2259385"/>
                    </a:lnTo>
                    <a:lnTo>
                      <a:pt x="0" y="2259385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60000"/>
                    </a:srgbClr>
                  </a:gs>
                  <a:gs pos="100000">
                    <a:srgbClr val="E0058B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06" name="Google Shape;306;p20"/>
              <p:cNvSpPr txBox="1"/>
              <p:nvPr/>
            </p:nvSpPr>
            <p:spPr>
              <a:xfrm>
                <a:off x="0" y="-47625"/>
                <a:ext cx="315691" cy="23070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307" name="Google Shape;307;p20"/>
            <p:cNvGrpSpPr/>
            <p:nvPr/>
          </p:nvGrpSpPr>
          <p:grpSpPr>
            <a:xfrm>
              <a:off x="1037783" y="1689538"/>
              <a:ext cx="3251722" cy="28818895"/>
              <a:chOff x="0" y="-47625"/>
              <a:chExt cx="260307" cy="2307010"/>
            </a:xfrm>
          </p:grpSpPr>
          <p:sp>
            <p:nvSpPr>
              <p:cNvPr id="308" name="Google Shape;308;p20"/>
              <p:cNvSpPr/>
              <p:nvPr/>
            </p:nvSpPr>
            <p:spPr>
              <a:xfrm>
                <a:off x="0" y="0"/>
                <a:ext cx="260307" cy="2259385"/>
              </a:xfrm>
              <a:custGeom>
                <a:avLst/>
                <a:gdLst/>
                <a:ahLst/>
                <a:cxnLst/>
                <a:rect l="l" t="t" r="r" b="b"/>
                <a:pathLst>
                  <a:path w="260307" h="2259385" extrusionOk="0">
                    <a:moveTo>
                      <a:pt x="0" y="0"/>
                    </a:moveTo>
                    <a:lnTo>
                      <a:pt x="260307" y="0"/>
                    </a:lnTo>
                    <a:lnTo>
                      <a:pt x="260307" y="2259385"/>
                    </a:lnTo>
                    <a:lnTo>
                      <a:pt x="0" y="2259385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80000"/>
                    </a:srgbClr>
                  </a:gs>
                  <a:gs pos="100000">
                    <a:srgbClr val="E0058B">
                      <a:alpha val="8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09" name="Google Shape;309;p20"/>
              <p:cNvSpPr txBox="1"/>
              <p:nvPr/>
            </p:nvSpPr>
            <p:spPr>
              <a:xfrm>
                <a:off x="0" y="-47625"/>
                <a:ext cx="260307" cy="23070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310" name="Google Shape;310;p20"/>
            <p:cNvGrpSpPr/>
            <p:nvPr/>
          </p:nvGrpSpPr>
          <p:grpSpPr>
            <a:xfrm>
              <a:off x="1383711" y="-594926"/>
              <a:ext cx="2559866" cy="33387823"/>
              <a:chOff x="0" y="-47625"/>
              <a:chExt cx="204922" cy="2672761"/>
            </a:xfrm>
          </p:grpSpPr>
          <p:sp>
            <p:nvSpPr>
              <p:cNvPr id="311" name="Google Shape;311;p20"/>
              <p:cNvSpPr/>
              <p:nvPr/>
            </p:nvSpPr>
            <p:spPr>
              <a:xfrm>
                <a:off x="0" y="0"/>
                <a:ext cx="204922" cy="2625136"/>
              </a:xfrm>
              <a:custGeom>
                <a:avLst/>
                <a:gdLst/>
                <a:ahLst/>
                <a:cxnLst/>
                <a:rect l="l" t="t" r="r" b="b"/>
                <a:pathLst>
                  <a:path w="204922" h="2625136" extrusionOk="0">
                    <a:moveTo>
                      <a:pt x="0" y="0"/>
                    </a:moveTo>
                    <a:lnTo>
                      <a:pt x="204922" y="0"/>
                    </a:lnTo>
                    <a:lnTo>
                      <a:pt x="204922" y="2625136"/>
                    </a:lnTo>
                    <a:lnTo>
                      <a:pt x="0" y="2625136"/>
                    </a:lnTo>
                    <a:close/>
                  </a:path>
                </a:pathLst>
              </a:custGeom>
              <a:gradFill>
                <a:gsLst>
                  <a:gs pos="0">
                    <a:srgbClr val="FB861A"/>
                  </a:gs>
                  <a:gs pos="100000">
                    <a:srgbClr val="E0058B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12" name="Google Shape;312;p20"/>
              <p:cNvSpPr txBox="1"/>
              <p:nvPr/>
            </p:nvSpPr>
            <p:spPr>
              <a:xfrm>
                <a:off x="0" y="-47625"/>
                <a:ext cx="204922" cy="26727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pic>
        <p:nvPicPr>
          <p:cNvPr id="12" name="Изображение 12" descr="окно оператора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7285" y="3595370"/>
            <a:ext cx="5840095" cy="3937635"/>
          </a:xfrm>
          <a:prstGeom prst="rect">
            <a:avLst/>
          </a:prstGeom>
        </p:spPr>
      </p:pic>
      <p:pic>
        <p:nvPicPr>
          <p:cNvPr id="13" name="Изображение 13" descr="тольо кнопка измане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6890" y="3607435"/>
            <a:ext cx="6089904" cy="3915488"/>
          </a:xfrm>
          <a:prstGeom prst="rect">
            <a:avLst/>
          </a:prstGeom>
        </p:spPr>
      </p:pic>
      <p:sp>
        <p:nvSpPr>
          <p:cNvPr id="1" name="Google Shape;286;p20"/>
          <p:cNvSpPr txBox="1"/>
          <p:nvPr/>
        </p:nvSpPr>
        <p:spPr>
          <a:xfrm>
            <a:off x="10535920" y="7875905"/>
            <a:ext cx="5026025" cy="602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1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Интерфейс для роли исполнителя</a:t>
            </a:r>
            <a:endParaRPr lang="en-US" altLang="en-US" sz="21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2"/>
          <p:cNvSpPr txBox="1"/>
          <p:nvPr/>
        </p:nvSpPr>
        <p:spPr>
          <a:xfrm>
            <a:off x="1028700" y="4683125"/>
            <a:ext cx="7184390" cy="2924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 полных копий (20–25 мая 2026)</a:t>
            </a:r>
            <a:endParaRPr lang="en-US" altLang="en-US" sz="32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32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Команда </a:t>
            </a:r>
            <a:r>
              <a:rPr lang="en-US" altLang="ru-RU" sz="3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BACKUP DATABASE ... WITH INIT</a:t>
            </a:r>
            <a:endParaRPr lang="en-US" altLang="ru-RU" sz="32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2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1" name="Google Shape;361;p22"/>
          <p:cNvSpPr txBox="1"/>
          <p:nvPr/>
        </p:nvSpPr>
        <p:spPr>
          <a:xfrm>
            <a:off x="1028700" y="1465702"/>
            <a:ext cx="6657300" cy="2769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6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Резервное копирование и восстановление</a:t>
            </a:r>
            <a:endParaRPr lang="en-US" altLang="en-US" sz="60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" name="Изображение 0" descr="565656546455465"/>
          <p:cNvPicPr>
            <a:picLocks noChangeAspect="1"/>
          </p:cNvPicPr>
          <p:nvPr/>
        </p:nvPicPr>
        <p:blipFill>
          <a:blip r:embed="rId1"/>
          <a:srcRect t="10976"/>
          <a:stretch>
            <a:fillRect/>
          </a:stretch>
        </p:blipFill>
        <p:spPr>
          <a:xfrm>
            <a:off x="8484870" y="1465580"/>
            <a:ext cx="8576945" cy="6141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1"/>
          <p:cNvSpPr txBox="1"/>
          <p:nvPr/>
        </p:nvSpPr>
        <p:spPr>
          <a:xfrm>
            <a:off x="1028700" y="1171575"/>
            <a:ext cx="16230600" cy="1230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8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Результаты и выводы</a:t>
            </a:r>
            <a:endParaRPr lang="en-US" altLang="en-US" sz="80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18" name="Google Shape;318;p21"/>
          <p:cNvGrpSpPr/>
          <p:nvPr/>
        </p:nvGrpSpPr>
        <p:grpSpPr>
          <a:xfrm>
            <a:off x="1028700" y="3180715"/>
            <a:ext cx="16230600" cy="6734175"/>
            <a:chOff x="0" y="-328244"/>
            <a:chExt cx="7002543" cy="7878353"/>
          </a:xfrm>
        </p:grpSpPr>
        <p:grpSp>
          <p:nvGrpSpPr>
            <p:cNvPr id="319" name="Google Shape;319;p21"/>
            <p:cNvGrpSpPr/>
            <p:nvPr/>
          </p:nvGrpSpPr>
          <p:grpSpPr>
            <a:xfrm>
              <a:off x="0" y="-328244"/>
              <a:ext cx="7002543" cy="7878353"/>
              <a:chOff x="0" y="-38100"/>
              <a:chExt cx="812800" cy="914457"/>
            </a:xfrm>
          </p:grpSpPr>
          <p:sp>
            <p:nvSpPr>
              <p:cNvPr id="320" name="Google Shape;320;p21"/>
              <p:cNvSpPr/>
              <p:nvPr/>
            </p:nvSpPr>
            <p:spPr>
              <a:xfrm>
                <a:off x="0" y="0"/>
                <a:ext cx="812800" cy="876357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76357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76357"/>
                    </a:lnTo>
                    <a:lnTo>
                      <a:pt x="0" y="876357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60000"/>
                    </a:srgbClr>
                  </a:gs>
                  <a:gs pos="100000">
                    <a:srgbClr val="E0058B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21" name="Google Shape;321;p21"/>
              <p:cNvSpPr txBox="1"/>
              <p:nvPr/>
            </p:nvSpPr>
            <p:spPr>
              <a:xfrm>
                <a:off x="0" y="-38100"/>
                <a:ext cx="812800" cy="9144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4025" tIns="34025" rIns="34025" bIns="340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322" name="Google Shape;322;p21"/>
            <p:cNvGrpSpPr/>
            <p:nvPr/>
          </p:nvGrpSpPr>
          <p:grpSpPr>
            <a:xfrm>
              <a:off x="614258" y="351651"/>
              <a:ext cx="5774027" cy="6518562"/>
              <a:chOff x="0" y="-38100"/>
              <a:chExt cx="670204" cy="756623"/>
            </a:xfrm>
          </p:grpSpPr>
          <p:sp>
            <p:nvSpPr>
              <p:cNvPr id="323" name="Google Shape;323;p21"/>
              <p:cNvSpPr/>
              <p:nvPr/>
            </p:nvSpPr>
            <p:spPr>
              <a:xfrm>
                <a:off x="0" y="0"/>
                <a:ext cx="670204" cy="718523"/>
              </a:xfrm>
              <a:custGeom>
                <a:avLst/>
                <a:gdLst/>
                <a:ahLst/>
                <a:cxnLst/>
                <a:rect l="l" t="t" r="r" b="b"/>
                <a:pathLst>
                  <a:path w="670204" h="718523" extrusionOk="0">
                    <a:moveTo>
                      <a:pt x="0" y="0"/>
                    </a:moveTo>
                    <a:lnTo>
                      <a:pt x="670204" y="0"/>
                    </a:lnTo>
                    <a:lnTo>
                      <a:pt x="670204" y="718523"/>
                    </a:lnTo>
                    <a:lnTo>
                      <a:pt x="0" y="718523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80000"/>
                    </a:srgbClr>
                  </a:gs>
                  <a:gs pos="100000">
                    <a:srgbClr val="E0058B">
                      <a:alpha val="8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24" name="Google Shape;324;p21"/>
              <p:cNvSpPr txBox="1"/>
              <p:nvPr/>
            </p:nvSpPr>
            <p:spPr>
              <a:xfrm>
                <a:off x="0" y="-38100"/>
                <a:ext cx="670204" cy="7566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4025" tIns="34025" rIns="34025" bIns="340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325" name="Google Shape;325;p21"/>
            <p:cNvGrpSpPr/>
            <p:nvPr/>
          </p:nvGrpSpPr>
          <p:grpSpPr>
            <a:xfrm>
              <a:off x="1228516" y="1013942"/>
              <a:ext cx="4545510" cy="5193982"/>
              <a:chOff x="0" y="-38100"/>
              <a:chExt cx="527607" cy="602877"/>
            </a:xfrm>
          </p:grpSpPr>
          <p:sp>
            <p:nvSpPr>
              <p:cNvPr id="326" name="Google Shape;326;p21"/>
              <p:cNvSpPr/>
              <p:nvPr/>
            </p:nvSpPr>
            <p:spPr>
              <a:xfrm>
                <a:off x="0" y="0"/>
                <a:ext cx="527607" cy="564777"/>
              </a:xfrm>
              <a:custGeom>
                <a:avLst/>
                <a:gdLst/>
                <a:ahLst/>
                <a:cxnLst/>
                <a:rect l="l" t="t" r="r" b="b"/>
                <a:pathLst>
                  <a:path w="527607" h="564777" extrusionOk="0">
                    <a:moveTo>
                      <a:pt x="0" y="0"/>
                    </a:moveTo>
                    <a:lnTo>
                      <a:pt x="527607" y="0"/>
                    </a:lnTo>
                    <a:lnTo>
                      <a:pt x="527607" y="564777"/>
                    </a:lnTo>
                    <a:lnTo>
                      <a:pt x="0" y="564777"/>
                    </a:lnTo>
                    <a:close/>
                  </a:path>
                </a:pathLst>
              </a:custGeom>
              <a:gradFill>
                <a:gsLst>
                  <a:gs pos="0">
                    <a:srgbClr val="FB861A"/>
                  </a:gs>
                  <a:gs pos="100000">
                    <a:srgbClr val="E0058B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27" name="Google Shape;327;p21"/>
              <p:cNvSpPr txBox="1"/>
              <p:nvPr/>
            </p:nvSpPr>
            <p:spPr>
              <a:xfrm>
                <a:off x="0" y="-38100"/>
                <a:ext cx="527607" cy="6028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4025" tIns="34025" rIns="34025" bIns="340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sp>
        <p:nvSpPr>
          <p:cNvPr id="351" name="Google Shape;351;p21"/>
          <p:cNvSpPr txBox="1"/>
          <p:nvPr/>
        </p:nvSpPr>
        <p:spPr>
          <a:xfrm>
            <a:off x="3876040" y="4433570"/>
            <a:ext cx="10536555" cy="3649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✔ Нормализованная БД (3НФ)</a:t>
            </a:r>
            <a:endParaRPr lang="en-US" altLang="en-US" sz="32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32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3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✔ CRUD, </a:t>
            </a:r>
            <a:r>
              <a:rPr lang="en-US" altLang="en-US" sz="3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фильтрация, поиск, пагинация, экспорт в </a:t>
            </a:r>
            <a:r>
              <a:rPr lang="en-US" altLang="ru-RU" sz="3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CSV</a:t>
            </a:r>
            <a:endParaRPr lang="en-US" altLang="ru-RU" sz="32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32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✔ Три роли с разграничением прав</a:t>
            </a:r>
            <a:endParaRPr lang="en-US" altLang="en-US" sz="32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32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✔ Валидация и регистрация граждан</a:t>
            </a:r>
            <a:endParaRPr lang="en-US" altLang="en-US" sz="32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32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✔ Резервное копирование (6 копий)</a:t>
            </a:r>
            <a:endParaRPr lang="en-US" altLang="en-US" sz="32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4" name="Google Shape;414;p25"/>
          <p:cNvGrpSpPr/>
          <p:nvPr/>
        </p:nvGrpSpPr>
        <p:grpSpPr>
          <a:xfrm>
            <a:off x="797239" y="-4055865"/>
            <a:ext cx="16693522" cy="17795977"/>
            <a:chOff x="0" y="-47625"/>
            <a:chExt cx="1318994" cy="1406102"/>
          </a:xfrm>
        </p:grpSpPr>
        <p:sp>
          <p:nvSpPr>
            <p:cNvPr id="415" name="Google Shape;415;p25"/>
            <p:cNvSpPr/>
            <p:nvPr/>
          </p:nvSpPr>
          <p:spPr>
            <a:xfrm>
              <a:off x="0" y="0"/>
              <a:ext cx="1318994" cy="1358477"/>
            </a:xfrm>
            <a:custGeom>
              <a:avLst/>
              <a:gdLst/>
              <a:ahLst/>
              <a:cxnLst/>
              <a:rect l="l" t="t" r="r" b="b"/>
              <a:pathLst>
                <a:path w="1318994" h="1358477" extrusionOk="0">
                  <a:moveTo>
                    <a:pt x="0" y="0"/>
                  </a:moveTo>
                  <a:lnTo>
                    <a:pt x="1318994" y="0"/>
                  </a:lnTo>
                  <a:lnTo>
                    <a:pt x="1318994" y="1358477"/>
                  </a:lnTo>
                  <a:lnTo>
                    <a:pt x="0" y="1358477"/>
                  </a:lnTo>
                  <a:close/>
                </a:path>
              </a:pathLst>
            </a:custGeom>
            <a:gradFill>
              <a:gsLst>
                <a:gs pos="0">
                  <a:srgbClr val="FB861A">
                    <a:alpha val="20000"/>
                  </a:srgbClr>
                </a:gs>
                <a:gs pos="100000">
                  <a:srgbClr val="E0058B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416" name="Google Shape;416;p25"/>
            <p:cNvSpPr txBox="1"/>
            <p:nvPr/>
          </p:nvSpPr>
          <p:spPr>
            <a:xfrm>
              <a:off x="0" y="-47625"/>
              <a:ext cx="1318994" cy="14061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6575" tIns="56575" rIns="56575" bIns="56575" anchor="ctr" anchorCtr="0">
              <a:noAutofit/>
            </a:bodyPr>
            <a:lstStyle/>
            <a:p>
              <a:pPr marL="0" marR="0" lvl="0" indent="0" algn="ctr" rtl="0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417" name="Google Shape;417;p25"/>
          <p:cNvGrpSpPr/>
          <p:nvPr/>
        </p:nvGrpSpPr>
        <p:grpSpPr>
          <a:xfrm>
            <a:off x="1881234" y="-2861142"/>
            <a:ext cx="14525533" cy="15484811"/>
            <a:chOff x="0" y="-47625"/>
            <a:chExt cx="1318994" cy="1406102"/>
          </a:xfrm>
        </p:grpSpPr>
        <p:sp>
          <p:nvSpPr>
            <p:cNvPr id="418" name="Google Shape;418;p25"/>
            <p:cNvSpPr/>
            <p:nvPr/>
          </p:nvSpPr>
          <p:spPr>
            <a:xfrm>
              <a:off x="0" y="0"/>
              <a:ext cx="1318994" cy="1358477"/>
            </a:xfrm>
            <a:custGeom>
              <a:avLst/>
              <a:gdLst/>
              <a:ahLst/>
              <a:cxnLst/>
              <a:rect l="l" t="t" r="r" b="b"/>
              <a:pathLst>
                <a:path w="1318994" h="1358477" extrusionOk="0">
                  <a:moveTo>
                    <a:pt x="0" y="0"/>
                  </a:moveTo>
                  <a:lnTo>
                    <a:pt x="1318994" y="0"/>
                  </a:lnTo>
                  <a:lnTo>
                    <a:pt x="1318994" y="1358477"/>
                  </a:lnTo>
                  <a:lnTo>
                    <a:pt x="0" y="1358477"/>
                  </a:lnTo>
                  <a:close/>
                </a:path>
              </a:pathLst>
            </a:custGeom>
            <a:gradFill>
              <a:gsLst>
                <a:gs pos="0">
                  <a:srgbClr val="FB861A">
                    <a:alpha val="40000"/>
                  </a:srgbClr>
                </a:gs>
                <a:gs pos="100000">
                  <a:srgbClr val="E0058B">
                    <a:alpha val="4000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419" name="Google Shape;419;p25"/>
            <p:cNvSpPr txBox="1"/>
            <p:nvPr/>
          </p:nvSpPr>
          <p:spPr>
            <a:xfrm>
              <a:off x="0" y="-47625"/>
              <a:ext cx="1318994" cy="14061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6575" tIns="56575" rIns="56575" bIns="56575" anchor="ctr" anchorCtr="0">
              <a:noAutofit/>
            </a:bodyPr>
            <a:lstStyle/>
            <a:p>
              <a:pPr marL="0" marR="0" lvl="0" indent="0" algn="ctr" rtl="0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420" name="Google Shape;420;p25"/>
          <p:cNvGrpSpPr/>
          <p:nvPr/>
        </p:nvGrpSpPr>
        <p:grpSpPr>
          <a:xfrm>
            <a:off x="2965229" y="-1666419"/>
            <a:ext cx="12357543" cy="13173645"/>
            <a:chOff x="0" y="-47625"/>
            <a:chExt cx="1318994" cy="1406102"/>
          </a:xfrm>
        </p:grpSpPr>
        <p:sp>
          <p:nvSpPr>
            <p:cNvPr id="421" name="Google Shape;421;p25"/>
            <p:cNvSpPr/>
            <p:nvPr/>
          </p:nvSpPr>
          <p:spPr>
            <a:xfrm>
              <a:off x="0" y="0"/>
              <a:ext cx="1318994" cy="1358477"/>
            </a:xfrm>
            <a:custGeom>
              <a:avLst/>
              <a:gdLst/>
              <a:ahLst/>
              <a:cxnLst/>
              <a:rect l="l" t="t" r="r" b="b"/>
              <a:pathLst>
                <a:path w="1318994" h="1358477" extrusionOk="0">
                  <a:moveTo>
                    <a:pt x="0" y="0"/>
                  </a:moveTo>
                  <a:lnTo>
                    <a:pt x="1318994" y="0"/>
                  </a:lnTo>
                  <a:lnTo>
                    <a:pt x="1318994" y="1358477"/>
                  </a:lnTo>
                  <a:lnTo>
                    <a:pt x="0" y="1358477"/>
                  </a:lnTo>
                  <a:close/>
                </a:path>
              </a:pathLst>
            </a:custGeom>
            <a:gradFill>
              <a:gsLst>
                <a:gs pos="0">
                  <a:srgbClr val="FB861A">
                    <a:alpha val="60000"/>
                  </a:srgbClr>
                </a:gs>
                <a:gs pos="100000">
                  <a:srgbClr val="E0058B">
                    <a:alpha val="6000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422" name="Google Shape;422;p25"/>
            <p:cNvSpPr txBox="1"/>
            <p:nvPr/>
          </p:nvSpPr>
          <p:spPr>
            <a:xfrm>
              <a:off x="0" y="-47625"/>
              <a:ext cx="1318994" cy="14061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6575" tIns="56575" rIns="56575" bIns="56575" anchor="ctr" anchorCtr="0">
              <a:noAutofit/>
            </a:bodyPr>
            <a:lstStyle/>
            <a:p>
              <a:pPr marL="0" marR="0" lvl="0" indent="0" algn="ctr" rtl="0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423" name="Google Shape;423;p25"/>
          <p:cNvGrpSpPr/>
          <p:nvPr/>
        </p:nvGrpSpPr>
        <p:grpSpPr>
          <a:xfrm>
            <a:off x="4049224" y="-520300"/>
            <a:ext cx="10189553" cy="10881405"/>
            <a:chOff x="0" y="-47625"/>
            <a:chExt cx="1087592" cy="1161437"/>
          </a:xfrm>
        </p:grpSpPr>
        <p:sp>
          <p:nvSpPr>
            <p:cNvPr id="424" name="Google Shape;424;p25"/>
            <p:cNvSpPr/>
            <p:nvPr/>
          </p:nvSpPr>
          <p:spPr>
            <a:xfrm>
              <a:off x="0" y="0"/>
              <a:ext cx="1087592" cy="1113812"/>
            </a:xfrm>
            <a:custGeom>
              <a:avLst/>
              <a:gdLst/>
              <a:ahLst/>
              <a:cxnLst/>
              <a:rect l="l" t="t" r="r" b="b"/>
              <a:pathLst>
                <a:path w="1087592" h="1113812" extrusionOk="0">
                  <a:moveTo>
                    <a:pt x="0" y="0"/>
                  </a:moveTo>
                  <a:lnTo>
                    <a:pt x="1087592" y="0"/>
                  </a:lnTo>
                  <a:lnTo>
                    <a:pt x="1087592" y="1113812"/>
                  </a:lnTo>
                  <a:lnTo>
                    <a:pt x="0" y="1113812"/>
                  </a:lnTo>
                  <a:close/>
                </a:path>
              </a:pathLst>
            </a:custGeom>
            <a:gradFill>
              <a:gsLst>
                <a:gs pos="0">
                  <a:srgbClr val="FB861A">
                    <a:alpha val="80000"/>
                  </a:srgbClr>
                </a:gs>
                <a:gs pos="100000">
                  <a:srgbClr val="E0058B">
                    <a:alpha val="8000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425" name="Google Shape;425;p25"/>
            <p:cNvSpPr txBox="1"/>
            <p:nvPr/>
          </p:nvSpPr>
          <p:spPr>
            <a:xfrm>
              <a:off x="0" y="-47625"/>
              <a:ext cx="1087592" cy="11614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6575" tIns="56575" rIns="56575" bIns="56575" anchor="ctr" anchorCtr="0">
              <a:noAutofit/>
            </a:bodyPr>
            <a:lstStyle/>
            <a:p>
              <a:pPr marL="0" marR="0" lvl="0" indent="0" algn="ctr" rtl="0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427" name="Google Shape;427;p25"/>
          <p:cNvSpPr txBox="1"/>
          <p:nvPr/>
        </p:nvSpPr>
        <p:spPr>
          <a:xfrm>
            <a:off x="797560" y="4244975"/>
            <a:ext cx="15608935" cy="1477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96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Спасибо за внимание</a:t>
            </a:r>
            <a:r>
              <a:rPr lang="ru-RU" altLang="en-US" sz="96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!</a:t>
            </a:r>
            <a:endParaRPr lang="ru-RU" altLang="en-US" sz="96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9" name="Google Shape;429;p25"/>
          <p:cNvSpPr txBox="1"/>
          <p:nvPr/>
        </p:nvSpPr>
        <p:spPr>
          <a:xfrm>
            <a:off x="1881505" y="6619240"/>
            <a:ext cx="14524990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935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Ссылка на </a:t>
            </a:r>
            <a:r>
              <a:rPr lang="en-US" altLang="ru-RU" sz="2935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GitHub:</a:t>
            </a:r>
            <a:endParaRPr lang="ru-RU" altLang="en-US" sz="2935" b="0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1506</Words>
  <Application>WPS Presentation</Application>
  <PresentationFormat/>
  <Paragraphs>91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Arial</vt:lpstr>
      <vt:lpstr>Calibri</vt:lpstr>
      <vt:lpstr>DM Sans</vt:lpstr>
      <vt:lpstr>Fira Code</vt:lpstr>
      <vt:lpstr>Arimo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zetec</cp:lastModifiedBy>
  <cp:revision>2</cp:revision>
  <dcterms:created xsi:type="dcterms:W3CDTF">2026-05-24T17:00:15Z</dcterms:created>
  <dcterms:modified xsi:type="dcterms:W3CDTF">2026-05-24T17:14:47Z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1049-12.1.0.26372</vt:lpwstr>
  </property>
  <property fmtid="{D5CDD505-2E9C-101B-9397-08002B2CF9AE}" pid="3" name="ICV">
    <vt:lpwstr>4C546ED7C27A479898E48BCE221B710F_13</vt:lpwstr>
  </property>
</Properties>
</file>